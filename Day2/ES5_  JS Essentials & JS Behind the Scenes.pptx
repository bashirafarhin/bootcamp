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1"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Lst>
  <p:sldSz cy="5143500" cx="9144000"/>
  <p:notesSz cx="6858000" cy="9144000"/>
  <p:embeddedFontLst>
    <p:embeddedFont>
      <p:font typeface="Roboto Mono"/>
      <p:regular r:id="rId44"/>
      <p:bold r:id="rId45"/>
      <p:italic r:id="rId46"/>
      <p:boldItalic r:id="rId4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20" Type="http://schemas.openxmlformats.org/officeDocument/2006/relationships/slide" Target="slides/slide15.xml"/><Relationship Id="rId42" Type="http://schemas.openxmlformats.org/officeDocument/2006/relationships/slide" Target="slides/slide37.xml"/><Relationship Id="rId41" Type="http://schemas.openxmlformats.org/officeDocument/2006/relationships/slide" Target="slides/slide36.xml"/><Relationship Id="rId22" Type="http://schemas.openxmlformats.org/officeDocument/2006/relationships/slide" Target="slides/slide17.xml"/><Relationship Id="rId44" Type="http://schemas.openxmlformats.org/officeDocument/2006/relationships/font" Target="fonts/RobotoMono-regular.fntdata"/><Relationship Id="rId21" Type="http://schemas.openxmlformats.org/officeDocument/2006/relationships/slide" Target="slides/slide16.xml"/><Relationship Id="rId43" Type="http://schemas.openxmlformats.org/officeDocument/2006/relationships/slide" Target="slides/slide38.xml"/><Relationship Id="rId24" Type="http://schemas.openxmlformats.org/officeDocument/2006/relationships/slide" Target="slides/slide19.xml"/><Relationship Id="rId46" Type="http://schemas.openxmlformats.org/officeDocument/2006/relationships/font" Target="fonts/RobotoMono-italic.fntdata"/><Relationship Id="rId23" Type="http://schemas.openxmlformats.org/officeDocument/2006/relationships/slide" Target="slides/slide18.xml"/><Relationship Id="rId45" Type="http://schemas.openxmlformats.org/officeDocument/2006/relationships/font" Target="fonts/RobotoMono-bold.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47" Type="http://schemas.openxmlformats.org/officeDocument/2006/relationships/font" Target="fonts/RobotoMono-boldItalic.fntdata"/><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11" Type="http://schemas.openxmlformats.org/officeDocument/2006/relationships/slide" Target="slides/slide6.xml"/><Relationship Id="rId33" Type="http://schemas.openxmlformats.org/officeDocument/2006/relationships/slide" Target="slides/slide28.xml"/><Relationship Id="rId10" Type="http://schemas.openxmlformats.org/officeDocument/2006/relationships/slide" Target="slides/slide5.xml"/><Relationship Id="rId32" Type="http://schemas.openxmlformats.org/officeDocument/2006/relationships/slide" Target="slides/slide27.xml"/><Relationship Id="rId13" Type="http://schemas.openxmlformats.org/officeDocument/2006/relationships/slide" Target="slides/slide8.xml"/><Relationship Id="rId35" Type="http://schemas.openxmlformats.org/officeDocument/2006/relationships/slide" Target="slides/slide30.xml"/><Relationship Id="rId12" Type="http://schemas.openxmlformats.org/officeDocument/2006/relationships/slide" Target="slides/slide7.xml"/><Relationship Id="rId34" Type="http://schemas.openxmlformats.org/officeDocument/2006/relationships/slide" Target="slides/slide29.xml"/><Relationship Id="rId15" Type="http://schemas.openxmlformats.org/officeDocument/2006/relationships/slide" Target="slides/slide10.xml"/><Relationship Id="rId37" Type="http://schemas.openxmlformats.org/officeDocument/2006/relationships/slide" Target="slides/slide32.xml"/><Relationship Id="rId14" Type="http://schemas.openxmlformats.org/officeDocument/2006/relationships/slide" Target="slides/slide9.xml"/><Relationship Id="rId36" Type="http://schemas.openxmlformats.org/officeDocument/2006/relationships/slide" Target="slides/slide31.xml"/><Relationship Id="rId17" Type="http://schemas.openxmlformats.org/officeDocument/2006/relationships/slide" Target="slides/slide12.xml"/><Relationship Id="rId39" Type="http://schemas.openxmlformats.org/officeDocument/2006/relationships/slide" Target="slides/slide34.xml"/><Relationship Id="rId16" Type="http://schemas.openxmlformats.org/officeDocument/2006/relationships/slide" Target="slides/slide11.xml"/><Relationship Id="rId38" Type="http://schemas.openxmlformats.org/officeDocument/2006/relationships/slide" Target="slides/slide33.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 name="Shape 61"/>
        <p:cNvGrpSpPr/>
        <p:nvPr/>
      </p:nvGrpSpPr>
      <p:grpSpPr>
        <a:xfrm>
          <a:off x="0" y="0"/>
          <a:ext cx="0" cy="0"/>
          <a:chOff x="0" y="0"/>
          <a:chExt cx="0" cy="0"/>
        </a:xfrm>
      </p:grpSpPr>
      <p:sp>
        <p:nvSpPr>
          <p:cNvPr id="62" name="Google Shape;62;g32e3ecf2c0f_0_72:notes"/>
          <p:cNvSpPr txBox="1"/>
          <p:nvPr>
            <p:ph idx="1" type="body"/>
          </p:nvPr>
        </p:nvSpPr>
        <p:spPr>
          <a:xfrm>
            <a:off x="685800" y="4343400"/>
            <a:ext cx="5486400" cy="41148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75"/>
              <a:buFont typeface="Arial"/>
              <a:buNone/>
            </a:pPr>
            <a:r>
              <a:rPr lang="en">
                <a:solidFill>
                  <a:schemeClr val="dk1"/>
                </a:solidFill>
              </a:rPr>
              <a:t>y</a:t>
            </a:r>
            <a:endParaRPr b="0" i="0" sz="1100" u="none" cap="none" strike="noStrike">
              <a:solidFill>
                <a:schemeClr val="dk1"/>
              </a:solidFill>
              <a:latin typeface="Arial"/>
              <a:ea typeface="Arial"/>
              <a:cs typeface="Arial"/>
              <a:sym typeface="Arial"/>
            </a:endParaRPr>
          </a:p>
        </p:txBody>
      </p:sp>
      <p:sp>
        <p:nvSpPr>
          <p:cNvPr id="63" name="Google Shape;63;g32e3ecf2c0f_0_7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 name="Shape 68"/>
        <p:cNvGrpSpPr/>
        <p:nvPr/>
      </p:nvGrpSpPr>
      <p:grpSpPr>
        <a:xfrm>
          <a:off x="0" y="0"/>
          <a:ext cx="0" cy="0"/>
          <a:chOff x="0" y="0"/>
          <a:chExt cx="0" cy="0"/>
        </a:xfrm>
      </p:grpSpPr>
      <p:sp>
        <p:nvSpPr>
          <p:cNvPr id="69" name="Google Shape;69;g32e3ecf2c0f_0_145:notes"/>
          <p:cNvSpPr txBox="1"/>
          <p:nvPr>
            <p:ph idx="1" type="body"/>
          </p:nvPr>
        </p:nvSpPr>
        <p:spPr>
          <a:xfrm>
            <a:off x="685800" y="4343400"/>
            <a:ext cx="5486400" cy="41148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75"/>
              <a:buFont typeface="Arial"/>
              <a:buNone/>
            </a:pPr>
            <a:r>
              <a:t/>
            </a:r>
            <a:endParaRPr b="0" i="0" sz="1100" u="none" cap="none" strike="noStrike">
              <a:solidFill>
                <a:schemeClr val="dk1"/>
              </a:solidFill>
              <a:latin typeface="Arial"/>
              <a:ea typeface="Arial"/>
              <a:cs typeface="Arial"/>
              <a:sym typeface="Arial"/>
            </a:endParaRPr>
          </a:p>
        </p:txBody>
      </p:sp>
      <p:sp>
        <p:nvSpPr>
          <p:cNvPr id="70" name="Google Shape;70;g32e3ecf2c0f_0_14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 name="Shape 76"/>
        <p:cNvGrpSpPr/>
        <p:nvPr/>
      </p:nvGrpSpPr>
      <p:grpSpPr>
        <a:xfrm>
          <a:off x="0" y="0"/>
          <a:ext cx="0" cy="0"/>
          <a:chOff x="0" y="0"/>
          <a:chExt cx="0" cy="0"/>
        </a:xfrm>
      </p:grpSpPr>
      <p:sp>
        <p:nvSpPr>
          <p:cNvPr id="77" name="Google Shape;77;g32e3ecf2c0f_0_210:notes"/>
          <p:cNvSpPr txBox="1"/>
          <p:nvPr>
            <p:ph idx="1" type="body"/>
          </p:nvPr>
        </p:nvSpPr>
        <p:spPr>
          <a:xfrm>
            <a:off x="685800" y="4343400"/>
            <a:ext cx="5486400" cy="41148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75"/>
              <a:buFont typeface="Arial"/>
              <a:buNone/>
            </a:pPr>
            <a:r>
              <a:rPr lang="en">
                <a:solidFill>
                  <a:schemeClr val="dk1"/>
                </a:solidFill>
              </a:rPr>
              <a:t>JIT (Just-In-Time Compilation) is a compilation process in which code is translated from an intermediate representation or a higher-level language (e.g., JavaScript or Java bytecode) into machine code at runtime, rather than prior to execution.</a:t>
            </a:r>
            <a:endParaRPr>
              <a:solidFill>
                <a:schemeClr val="dk1"/>
              </a:solidFill>
            </a:endParaRPr>
          </a:p>
          <a:p>
            <a:pPr indent="0" lvl="0" marL="0" marR="0" rtl="0" algn="l">
              <a:lnSpc>
                <a:spcPct val="100000"/>
              </a:lnSpc>
              <a:spcBef>
                <a:spcPts val="0"/>
              </a:spcBef>
              <a:spcAft>
                <a:spcPts val="0"/>
              </a:spcAft>
              <a:buClr>
                <a:schemeClr val="dk1"/>
              </a:buClr>
              <a:buSzPts val="275"/>
              <a:buFont typeface="Arial"/>
              <a:buNone/>
            </a:pPr>
            <a:r>
              <a:t/>
            </a:r>
            <a:endParaRPr>
              <a:solidFill>
                <a:schemeClr val="dk1"/>
              </a:solidFill>
            </a:endParaRPr>
          </a:p>
          <a:p>
            <a:pPr indent="0" lvl="0" marL="0" marR="0" rtl="0" algn="l">
              <a:lnSpc>
                <a:spcPct val="100000"/>
              </a:lnSpc>
              <a:spcBef>
                <a:spcPts val="0"/>
              </a:spcBef>
              <a:spcAft>
                <a:spcPts val="0"/>
              </a:spcAft>
              <a:buClr>
                <a:schemeClr val="dk1"/>
              </a:buClr>
              <a:buSzPts val="275"/>
              <a:buFont typeface="Arial"/>
              <a:buNone/>
            </a:pPr>
            <a:r>
              <a:rPr lang="en">
                <a:solidFill>
                  <a:schemeClr val="dk1"/>
                </a:solidFill>
              </a:rPr>
              <a:t>A programming language is said to have First-class functions when functions in that language are treated like any other variable. For example, in such a language, a function can be passed as an argument to other functions, can be returned by another function and can be assigned as a value to a variable.</a:t>
            </a:r>
            <a:endParaRPr>
              <a:solidFill>
                <a:schemeClr val="dk1"/>
              </a:solidFill>
            </a:endParaRPr>
          </a:p>
          <a:p>
            <a:pPr indent="0" lvl="0" marL="0" marR="0" rtl="0" algn="l">
              <a:lnSpc>
                <a:spcPct val="100000"/>
              </a:lnSpc>
              <a:spcBef>
                <a:spcPts val="0"/>
              </a:spcBef>
              <a:spcAft>
                <a:spcPts val="0"/>
              </a:spcAft>
              <a:buClr>
                <a:schemeClr val="dk1"/>
              </a:buClr>
              <a:buSzPts val="275"/>
              <a:buFont typeface="Arial"/>
              <a:buNone/>
            </a:pPr>
            <a:r>
              <a:t/>
            </a:r>
            <a:endParaRPr>
              <a:solidFill>
                <a:schemeClr val="dk1"/>
              </a:solidFill>
            </a:endParaRPr>
          </a:p>
          <a:p>
            <a:pPr indent="0" lvl="0" marL="0" marR="0" rtl="0" algn="l">
              <a:lnSpc>
                <a:spcPct val="100000"/>
              </a:lnSpc>
              <a:spcBef>
                <a:spcPts val="0"/>
              </a:spcBef>
              <a:spcAft>
                <a:spcPts val="0"/>
              </a:spcAft>
              <a:buClr>
                <a:schemeClr val="dk1"/>
              </a:buClr>
              <a:buSzPts val="275"/>
              <a:buFont typeface="Arial"/>
              <a:buNone/>
            </a:pPr>
            <a:r>
              <a:rPr lang="en">
                <a:solidFill>
                  <a:schemeClr val="dk1"/>
                </a:solidFill>
              </a:rPr>
              <a:t>Interpretation in programming means that the source code of a program is read and executed line by line by an interpreter, instead of being fully converted into machine code beforehand (as in compilation).</a:t>
            </a:r>
            <a:endParaRPr>
              <a:solidFill>
                <a:schemeClr val="dk1"/>
              </a:solidFill>
            </a:endParaRPr>
          </a:p>
          <a:p>
            <a:pPr indent="0" lvl="0" marL="0" marR="0" rtl="0" algn="l">
              <a:lnSpc>
                <a:spcPct val="100000"/>
              </a:lnSpc>
              <a:spcBef>
                <a:spcPts val="0"/>
              </a:spcBef>
              <a:spcAft>
                <a:spcPts val="0"/>
              </a:spcAft>
              <a:buClr>
                <a:schemeClr val="dk1"/>
              </a:buClr>
              <a:buSzPts val="275"/>
              <a:buFont typeface="Arial"/>
              <a:buNone/>
            </a:pPr>
            <a:r>
              <a:t/>
            </a:r>
            <a:endParaRPr>
              <a:solidFill>
                <a:schemeClr val="dk1"/>
              </a:solidFill>
            </a:endParaRPr>
          </a:p>
          <a:p>
            <a:pPr indent="0" lvl="0" marL="0" marR="0" rtl="0" algn="l">
              <a:lnSpc>
                <a:spcPct val="100000"/>
              </a:lnSpc>
              <a:spcBef>
                <a:spcPts val="0"/>
              </a:spcBef>
              <a:spcAft>
                <a:spcPts val="0"/>
              </a:spcAft>
              <a:buClr>
                <a:schemeClr val="dk1"/>
              </a:buClr>
              <a:buSzPts val="275"/>
              <a:buFont typeface="Arial"/>
              <a:buNone/>
            </a:pPr>
            <a:r>
              <a:rPr lang="en">
                <a:solidFill>
                  <a:schemeClr val="dk1"/>
                </a:solidFill>
              </a:rPr>
              <a:t>A scripting language is a type of programming language that is interpreted rather than compiled</a:t>
            </a:r>
            <a:endParaRPr>
              <a:solidFill>
                <a:schemeClr val="dk1"/>
              </a:solidFill>
            </a:endParaRPr>
          </a:p>
          <a:p>
            <a:pPr indent="0" lvl="0" marL="0" marR="0" rtl="0" algn="l">
              <a:lnSpc>
                <a:spcPct val="100000"/>
              </a:lnSpc>
              <a:spcBef>
                <a:spcPts val="0"/>
              </a:spcBef>
              <a:spcAft>
                <a:spcPts val="0"/>
              </a:spcAft>
              <a:buClr>
                <a:schemeClr val="dk1"/>
              </a:buClr>
              <a:buSzPts val="275"/>
              <a:buFont typeface="Arial"/>
              <a:buNone/>
            </a:pPr>
            <a:r>
              <a:t/>
            </a:r>
            <a:endParaRPr>
              <a:solidFill>
                <a:schemeClr val="dk1"/>
              </a:solidFill>
            </a:endParaRPr>
          </a:p>
          <a:p>
            <a:pPr indent="0" lvl="0" marL="0" marR="0" rtl="0" algn="l">
              <a:lnSpc>
                <a:spcPct val="100000"/>
              </a:lnSpc>
              <a:spcBef>
                <a:spcPts val="0"/>
              </a:spcBef>
              <a:spcAft>
                <a:spcPts val="0"/>
              </a:spcAft>
              <a:buClr>
                <a:schemeClr val="dk1"/>
              </a:buClr>
              <a:buSzPts val="275"/>
              <a:buFont typeface="Arial"/>
              <a:buNone/>
            </a:pPr>
            <a:r>
              <a:rPr lang="en">
                <a:solidFill>
                  <a:schemeClr val="dk1"/>
                </a:solidFill>
              </a:rPr>
              <a:t>An </a:t>
            </a:r>
            <a:r>
              <a:rPr b="1" lang="en">
                <a:solidFill>
                  <a:schemeClr val="dk1"/>
                </a:solidFill>
              </a:rPr>
              <a:t>object-oriented scripting language</a:t>
            </a:r>
            <a:r>
              <a:rPr lang="en">
                <a:solidFill>
                  <a:schemeClr val="dk1"/>
                </a:solidFill>
              </a:rPr>
              <a:t> is a </a:t>
            </a:r>
            <a:r>
              <a:rPr b="1" lang="en">
                <a:solidFill>
                  <a:schemeClr val="dk1"/>
                </a:solidFill>
              </a:rPr>
              <a:t>scripting language</a:t>
            </a:r>
            <a:r>
              <a:rPr lang="en">
                <a:solidFill>
                  <a:schemeClr val="dk1"/>
                </a:solidFill>
              </a:rPr>
              <a:t> that supports the </a:t>
            </a:r>
            <a:r>
              <a:rPr b="1" lang="en">
                <a:solidFill>
                  <a:schemeClr val="dk1"/>
                </a:solidFill>
              </a:rPr>
              <a:t>principles of object-oriented programming (OOP)</a:t>
            </a:r>
            <a:r>
              <a:rPr lang="en">
                <a:solidFill>
                  <a:schemeClr val="dk1"/>
                </a:solidFill>
              </a:rPr>
              <a:t> — such as </a:t>
            </a:r>
            <a:r>
              <a:rPr b="1" lang="en">
                <a:solidFill>
                  <a:schemeClr val="dk1"/>
                </a:solidFill>
              </a:rPr>
              <a:t>classes, objects, inheritance, and encapsulation</a:t>
            </a:r>
            <a:r>
              <a:rPr lang="en">
                <a:solidFill>
                  <a:schemeClr val="dk1"/>
                </a:solidFill>
              </a:rPr>
              <a:t> — while still being </a:t>
            </a:r>
            <a:r>
              <a:rPr b="1" lang="en">
                <a:solidFill>
                  <a:schemeClr val="dk1"/>
                </a:solidFill>
              </a:rPr>
              <a:t>interpreted</a:t>
            </a:r>
            <a:r>
              <a:rPr lang="en">
                <a:solidFill>
                  <a:schemeClr val="dk1"/>
                </a:solidFill>
              </a:rPr>
              <a:t> rather than compiled.</a:t>
            </a:r>
            <a:endParaRPr>
              <a:solidFill>
                <a:schemeClr val="dk1"/>
              </a:solidFill>
            </a:endParaRPr>
          </a:p>
        </p:txBody>
      </p:sp>
      <p:sp>
        <p:nvSpPr>
          <p:cNvPr id="78" name="Google Shape;78;g32e3ecf2c0f_0_21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 name="Shape 83"/>
        <p:cNvGrpSpPr/>
        <p:nvPr/>
      </p:nvGrpSpPr>
      <p:grpSpPr>
        <a:xfrm>
          <a:off x="0" y="0"/>
          <a:ext cx="0" cy="0"/>
          <a:chOff x="0" y="0"/>
          <a:chExt cx="0" cy="0"/>
        </a:xfrm>
      </p:grpSpPr>
      <p:sp>
        <p:nvSpPr>
          <p:cNvPr id="84" name="Google Shape;84;g32e3ecf2c0f_0_272:notes"/>
          <p:cNvSpPr txBox="1"/>
          <p:nvPr>
            <p:ph idx="1" type="body"/>
          </p:nvPr>
        </p:nvSpPr>
        <p:spPr>
          <a:xfrm>
            <a:off x="685800" y="4343400"/>
            <a:ext cx="5486400" cy="41148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75"/>
              <a:buFont typeface="Arial"/>
              <a:buNone/>
            </a:pPr>
            <a:r>
              <a:t/>
            </a:r>
            <a:endParaRPr b="0" i="0" sz="1100" u="none" cap="none" strike="noStrike">
              <a:solidFill>
                <a:schemeClr val="dk1"/>
              </a:solidFill>
              <a:latin typeface="Arial"/>
              <a:ea typeface="Arial"/>
              <a:cs typeface="Arial"/>
              <a:sym typeface="Arial"/>
            </a:endParaRPr>
          </a:p>
        </p:txBody>
      </p:sp>
      <p:sp>
        <p:nvSpPr>
          <p:cNvPr id="85" name="Google Shape;85;g32e3ecf2c0f_0_27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 name="Shape 90"/>
        <p:cNvGrpSpPr/>
        <p:nvPr/>
      </p:nvGrpSpPr>
      <p:grpSpPr>
        <a:xfrm>
          <a:off x="0" y="0"/>
          <a:ext cx="0" cy="0"/>
          <a:chOff x="0" y="0"/>
          <a:chExt cx="0" cy="0"/>
        </a:xfrm>
      </p:grpSpPr>
      <p:sp>
        <p:nvSpPr>
          <p:cNvPr id="91" name="Google Shape;91;g32e3ecf2c0f_0_289:notes"/>
          <p:cNvSpPr txBox="1"/>
          <p:nvPr>
            <p:ph idx="1" type="body"/>
          </p:nvPr>
        </p:nvSpPr>
        <p:spPr>
          <a:xfrm>
            <a:off x="685800" y="4343400"/>
            <a:ext cx="5486400" cy="41148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75"/>
              <a:buFont typeface="Arial"/>
              <a:buNone/>
            </a:pPr>
            <a:r>
              <a:t/>
            </a:r>
            <a:endParaRPr b="0" i="0" sz="1100" u="none" cap="none" strike="noStrike">
              <a:solidFill>
                <a:schemeClr val="dk1"/>
              </a:solidFill>
              <a:latin typeface="Arial"/>
              <a:ea typeface="Arial"/>
              <a:cs typeface="Arial"/>
              <a:sym typeface="Arial"/>
            </a:endParaRPr>
          </a:p>
        </p:txBody>
      </p:sp>
      <p:sp>
        <p:nvSpPr>
          <p:cNvPr id="92" name="Google Shape;92;g32e3ecf2c0f_0_28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 name="Shape 97"/>
        <p:cNvGrpSpPr/>
        <p:nvPr/>
      </p:nvGrpSpPr>
      <p:grpSpPr>
        <a:xfrm>
          <a:off x="0" y="0"/>
          <a:ext cx="0" cy="0"/>
          <a:chOff x="0" y="0"/>
          <a:chExt cx="0" cy="0"/>
        </a:xfrm>
      </p:grpSpPr>
      <p:sp>
        <p:nvSpPr>
          <p:cNvPr id="98" name="Google Shape;98;g32e3ecf2c0f_0_305:notes"/>
          <p:cNvSpPr txBox="1"/>
          <p:nvPr>
            <p:ph idx="1" type="body"/>
          </p:nvPr>
        </p:nvSpPr>
        <p:spPr>
          <a:xfrm>
            <a:off x="685800" y="4343400"/>
            <a:ext cx="5486400" cy="4114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n">
                <a:solidFill>
                  <a:schemeClr val="dk1"/>
                </a:solidFill>
              </a:rPr>
              <a:t>Primitive = simple values</a:t>
            </a:r>
            <a:r>
              <a:rPr lang="en">
                <a:solidFill>
                  <a:schemeClr val="dk1"/>
                </a:solidFill>
              </a:rPr>
              <a:t> (copied by value).</a:t>
            </a:r>
            <a:br>
              <a:rPr lang="en">
                <a:solidFill>
                  <a:schemeClr val="dk1"/>
                </a:solidFill>
              </a:rPr>
            </a:br>
            <a:endParaRPr>
              <a:solidFill>
                <a:schemeClr val="dk1"/>
              </a:solidFill>
            </a:endParaRPr>
          </a:p>
          <a:p>
            <a:pPr indent="0" lvl="0" marL="0" rtl="0" algn="l">
              <a:spcBef>
                <a:spcPts val="0"/>
              </a:spcBef>
              <a:spcAft>
                <a:spcPts val="0"/>
              </a:spcAft>
              <a:buClr>
                <a:schemeClr val="dk1"/>
              </a:buClr>
              <a:buSzPts val="1100"/>
              <a:buFont typeface="Arial"/>
              <a:buNone/>
            </a:pPr>
            <a:r>
              <a:rPr b="1" lang="en">
                <a:solidFill>
                  <a:schemeClr val="dk1"/>
                </a:solidFill>
              </a:rPr>
              <a:t>Non-primitive = complex objects</a:t>
            </a:r>
            <a:r>
              <a:rPr lang="en">
                <a:solidFill>
                  <a:schemeClr val="dk1"/>
                </a:solidFill>
              </a:rPr>
              <a:t> (copied by reference).</a:t>
            </a:r>
            <a:endParaRPr>
              <a:solidFill>
                <a:schemeClr val="dk1"/>
              </a:solidFill>
            </a:endParaRPr>
          </a:p>
          <a:p>
            <a:pPr indent="0" lvl="0" marL="0" marR="0" rtl="0" algn="l">
              <a:lnSpc>
                <a:spcPct val="100000"/>
              </a:lnSpc>
              <a:spcBef>
                <a:spcPts val="0"/>
              </a:spcBef>
              <a:spcAft>
                <a:spcPts val="0"/>
              </a:spcAft>
              <a:buClr>
                <a:schemeClr val="dk1"/>
              </a:buClr>
              <a:buSzPts val="275"/>
              <a:buFont typeface="Arial"/>
              <a:buNone/>
            </a:pPr>
            <a:r>
              <a:t/>
            </a:r>
            <a:endParaRPr>
              <a:solidFill>
                <a:schemeClr val="dk1"/>
              </a:solidFill>
            </a:endParaRPr>
          </a:p>
        </p:txBody>
      </p:sp>
      <p:sp>
        <p:nvSpPr>
          <p:cNvPr id="99" name="Google Shape;99;g32e3ecf2c0f_0_30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g32e3ecf2c0f_0_311:notes"/>
          <p:cNvSpPr txBox="1"/>
          <p:nvPr>
            <p:ph idx="1" type="body"/>
          </p:nvPr>
        </p:nvSpPr>
        <p:spPr>
          <a:xfrm>
            <a:off x="685800" y="4343400"/>
            <a:ext cx="5486400" cy="41148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75"/>
              <a:buFont typeface="Arial"/>
              <a:buNone/>
            </a:pPr>
            <a:r>
              <a:t/>
            </a:r>
            <a:endParaRPr b="0" i="0" sz="1100" u="none" cap="none" strike="noStrike">
              <a:solidFill>
                <a:schemeClr val="dk1"/>
              </a:solidFill>
              <a:latin typeface="Arial"/>
              <a:ea typeface="Arial"/>
              <a:cs typeface="Arial"/>
              <a:sym typeface="Arial"/>
            </a:endParaRPr>
          </a:p>
        </p:txBody>
      </p:sp>
      <p:sp>
        <p:nvSpPr>
          <p:cNvPr id="106" name="Google Shape;106;g32e3ecf2c0f_0_31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 name="Shape 111"/>
        <p:cNvGrpSpPr/>
        <p:nvPr/>
      </p:nvGrpSpPr>
      <p:grpSpPr>
        <a:xfrm>
          <a:off x="0" y="0"/>
          <a:ext cx="0" cy="0"/>
          <a:chOff x="0" y="0"/>
          <a:chExt cx="0" cy="0"/>
        </a:xfrm>
      </p:grpSpPr>
      <p:sp>
        <p:nvSpPr>
          <p:cNvPr id="112" name="Google Shape;112;g32e3ecf2c0f_0_317:notes"/>
          <p:cNvSpPr txBox="1"/>
          <p:nvPr>
            <p:ph idx="1" type="body"/>
          </p:nvPr>
        </p:nvSpPr>
        <p:spPr>
          <a:xfrm>
            <a:off x="685800" y="4343400"/>
            <a:ext cx="5486400" cy="41148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75"/>
              <a:buFont typeface="Arial"/>
              <a:buNone/>
            </a:pPr>
            <a:r>
              <a:t/>
            </a:r>
            <a:endParaRPr b="0" i="0" sz="1100" u="none" cap="none" strike="noStrike">
              <a:solidFill>
                <a:schemeClr val="dk1"/>
              </a:solidFill>
              <a:latin typeface="Arial"/>
              <a:ea typeface="Arial"/>
              <a:cs typeface="Arial"/>
              <a:sym typeface="Arial"/>
            </a:endParaRPr>
          </a:p>
        </p:txBody>
      </p:sp>
      <p:sp>
        <p:nvSpPr>
          <p:cNvPr id="113" name="Google Shape;113;g32e3ecf2c0f_0_31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g32e3ecf2c0f_0_324:notes"/>
          <p:cNvSpPr txBox="1"/>
          <p:nvPr>
            <p:ph idx="1" type="body"/>
          </p:nvPr>
        </p:nvSpPr>
        <p:spPr>
          <a:xfrm>
            <a:off x="685800" y="4343400"/>
            <a:ext cx="5486400" cy="41148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75"/>
              <a:buFont typeface="Arial"/>
              <a:buNone/>
            </a:pPr>
            <a:r>
              <a:t/>
            </a:r>
            <a:endParaRPr b="0" i="0" sz="1100" u="none" cap="none" strike="noStrike">
              <a:solidFill>
                <a:schemeClr val="dk1"/>
              </a:solidFill>
              <a:latin typeface="Arial"/>
              <a:ea typeface="Arial"/>
              <a:cs typeface="Arial"/>
              <a:sym typeface="Arial"/>
            </a:endParaRPr>
          </a:p>
        </p:txBody>
      </p:sp>
      <p:sp>
        <p:nvSpPr>
          <p:cNvPr id="120" name="Google Shape;120;g32e3ecf2c0f_0_32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g32e3ecf2c0f_0_331:notes"/>
          <p:cNvSpPr txBox="1"/>
          <p:nvPr>
            <p:ph idx="1" type="body"/>
          </p:nvPr>
        </p:nvSpPr>
        <p:spPr>
          <a:xfrm>
            <a:off x="685800" y="4343400"/>
            <a:ext cx="5486400" cy="4114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let age = 18;</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age &gt;= 18   // condition → true</a:t>
            </a:r>
            <a:endParaRPr>
              <a:solidFill>
                <a:schemeClr val="dk1"/>
              </a:solidFill>
            </a:endParaRPr>
          </a:p>
          <a:p>
            <a:pPr indent="0" lvl="0" marL="0" marR="0" rtl="0" algn="l">
              <a:lnSpc>
                <a:spcPct val="100000"/>
              </a:lnSpc>
              <a:spcBef>
                <a:spcPts val="0"/>
              </a:spcBef>
              <a:spcAft>
                <a:spcPts val="0"/>
              </a:spcAft>
              <a:buClr>
                <a:schemeClr val="dk1"/>
              </a:buClr>
              <a:buSzPts val="275"/>
              <a:buFont typeface="Arial"/>
              <a:buNone/>
            </a:pPr>
            <a:r>
              <a:t/>
            </a:r>
            <a:endParaRPr>
              <a:solidFill>
                <a:schemeClr val="dk1"/>
              </a:solidFill>
            </a:endParaRPr>
          </a:p>
        </p:txBody>
      </p:sp>
      <p:sp>
        <p:nvSpPr>
          <p:cNvPr id="126" name="Google Shape;126;g32e3ecf2c0f_0_33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 name="Shape 135"/>
        <p:cNvGrpSpPr/>
        <p:nvPr/>
      </p:nvGrpSpPr>
      <p:grpSpPr>
        <a:xfrm>
          <a:off x="0" y="0"/>
          <a:ext cx="0" cy="0"/>
          <a:chOff x="0" y="0"/>
          <a:chExt cx="0" cy="0"/>
        </a:xfrm>
      </p:grpSpPr>
      <p:sp>
        <p:nvSpPr>
          <p:cNvPr id="136" name="Google Shape;136;g32e3ecf2c0f_0_344:notes"/>
          <p:cNvSpPr txBox="1"/>
          <p:nvPr>
            <p:ph idx="1" type="body"/>
          </p:nvPr>
        </p:nvSpPr>
        <p:spPr>
          <a:xfrm>
            <a:off x="685800" y="4343400"/>
            <a:ext cx="5486400" cy="41148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75"/>
              <a:buFont typeface="Arial"/>
              <a:buNone/>
            </a:pPr>
            <a:r>
              <a:t/>
            </a:r>
            <a:endParaRPr b="0" i="0" sz="1100" u="none" cap="none" strike="noStrike">
              <a:solidFill>
                <a:schemeClr val="dk1"/>
              </a:solidFill>
              <a:latin typeface="Arial"/>
              <a:ea typeface="Arial"/>
              <a:cs typeface="Arial"/>
              <a:sym typeface="Arial"/>
            </a:endParaRPr>
          </a:p>
        </p:txBody>
      </p:sp>
      <p:sp>
        <p:nvSpPr>
          <p:cNvPr id="137" name="Google Shape;137;g32e3ecf2c0f_0_34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 name="Shape 141"/>
        <p:cNvGrpSpPr/>
        <p:nvPr/>
      </p:nvGrpSpPr>
      <p:grpSpPr>
        <a:xfrm>
          <a:off x="0" y="0"/>
          <a:ext cx="0" cy="0"/>
          <a:chOff x="0" y="0"/>
          <a:chExt cx="0" cy="0"/>
        </a:xfrm>
      </p:grpSpPr>
      <p:sp>
        <p:nvSpPr>
          <p:cNvPr id="142" name="Google Shape;142;g32e3ecf2c0f_0_352:notes"/>
          <p:cNvSpPr txBox="1"/>
          <p:nvPr>
            <p:ph idx="1" type="body"/>
          </p:nvPr>
        </p:nvSpPr>
        <p:spPr>
          <a:xfrm>
            <a:off x="685800" y="4343400"/>
            <a:ext cx="5486400" cy="41148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75"/>
              <a:buFont typeface="Arial"/>
              <a:buNone/>
            </a:pPr>
            <a:r>
              <a:t/>
            </a:r>
            <a:endParaRPr b="0" i="0" sz="1100" u="none" cap="none" strike="noStrike">
              <a:solidFill>
                <a:schemeClr val="dk1"/>
              </a:solidFill>
              <a:latin typeface="Arial"/>
              <a:ea typeface="Arial"/>
              <a:cs typeface="Arial"/>
              <a:sym typeface="Arial"/>
            </a:endParaRPr>
          </a:p>
        </p:txBody>
      </p:sp>
      <p:sp>
        <p:nvSpPr>
          <p:cNvPr id="143" name="Google Shape;143;g32e3ecf2c0f_0_35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 name="Shape 151"/>
        <p:cNvGrpSpPr/>
        <p:nvPr/>
      </p:nvGrpSpPr>
      <p:grpSpPr>
        <a:xfrm>
          <a:off x="0" y="0"/>
          <a:ext cx="0" cy="0"/>
          <a:chOff x="0" y="0"/>
          <a:chExt cx="0" cy="0"/>
        </a:xfrm>
      </p:grpSpPr>
      <p:sp>
        <p:nvSpPr>
          <p:cNvPr id="152" name="Google Shape;152;g32e3ecf2c0f_0_364:notes"/>
          <p:cNvSpPr txBox="1"/>
          <p:nvPr>
            <p:ph idx="1" type="body"/>
          </p:nvPr>
        </p:nvSpPr>
        <p:spPr>
          <a:xfrm>
            <a:off x="685800" y="4343400"/>
            <a:ext cx="5486400" cy="41148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75"/>
              <a:buFont typeface="Arial"/>
              <a:buNone/>
            </a:pPr>
            <a:r>
              <a:t/>
            </a:r>
            <a:endParaRPr b="0" i="0" sz="1100" u="none" cap="none" strike="noStrike">
              <a:solidFill>
                <a:schemeClr val="dk1"/>
              </a:solidFill>
              <a:latin typeface="Arial"/>
              <a:ea typeface="Arial"/>
              <a:cs typeface="Arial"/>
              <a:sym typeface="Arial"/>
            </a:endParaRPr>
          </a:p>
        </p:txBody>
      </p:sp>
      <p:sp>
        <p:nvSpPr>
          <p:cNvPr id="153" name="Google Shape;153;g32e3ecf2c0f_0_36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 name="Shape 158"/>
        <p:cNvGrpSpPr/>
        <p:nvPr/>
      </p:nvGrpSpPr>
      <p:grpSpPr>
        <a:xfrm>
          <a:off x="0" y="0"/>
          <a:ext cx="0" cy="0"/>
          <a:chOff x="0" y="0"/>
          <a:chExt cx="0" cy="0"/>
        </a:xfrm>
      </p:grpSpPr>
      <p:sp>
        <p:nvSpPr>
          <p:cNvPr id="159" name="Google Shape;159;g32e3ecf2c0f_0_37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0" name="Google Shape;160;g32e3ecf2c0f_0_3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g32e3ecf2c0f_0_3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6" name="Google Shape;166;g32e3ecf2c0f_0_3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array.splice(startIndex, deleteCount, item1, item2, ...)</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g32e3ecf2c0f_0_3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2" name="Google Shape;172;g32e3ecf2c0f_0_3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array.reduce(function(accumulator, currentValue, currentIndex, array) {</a:t>
            </a:r>
            <a:endParaRPr/>
          </a:p>
          <a:p>
            <a:pPr indent="0" lvl="0" marL="0" rtl="0" algn="l">
              <a:spcBef>
                <a:spcPts val="0"/>
              </a:spcBef>
              <a:spcAft>
                <a:spcPts val="0"/>
              </a:spcAft>
              <a:buClr>
                <a:schemeClr val="dk1"/>
              </a:buClr>
              <a:buSzPts val="1100"/>
              <a:buFont typeface="Arial"/>
              <a:buNone/>
            </a:pPr>
            <a:r>
              <a:rPr lang="en"/>
              <a:t>  // return new accumulator value</a:t>
            </a:r>
            <a:endParaRPr/>
          </a:p>
          <a:p>
            <a:pPr indent="0" lvl="0" marL="0" rtl="0" algn="l">
              <a:spcBef>
                <a:spcPts val="0"/>
              </a:spcBef>
              <a:spcAft>
                <a:spcPts val="0"/>
              </a:spcAft>
              <a:buClr>
                <a:schemeClr val="dk1"/>
              </a:buClr>
              <a:buSzPts val="1100"/>
              <a:buFont typeface="Arial"/>
              <a:buNone/>
            </a:pPr>
            <a:r>
              <a:rPr lang="en"/>
              <a:t>}, initialValue);</a:t>
            </a:r>
            <a:endParaRPr/>
          </a:p>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 name="Shape 176"/>
        <p:cNvGrpSpPr/>
        <p:nvPr/>
      </p:nvGrpSpPr>
      <p:grpSpPr>
        <a:xfrm>
          <a:off x="0" y="0"/>
          <a:ext cx="0" cy="0"/>
          <a:chOff x="0" y="0"/>
          <a:chExt cx="0" cy="0"/>
        </a:xfrm>
      </p:grpSpPr>
      <p:sp>
        <p:nvSpPr>
          <p:cNvPr id="177" name="Google Shape;177;g32e3ecf2c0f_0_39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8" name="Google Shape;178;g32e3ecf2c0f_0_3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g32e3ecf2c0f_0_40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6" name="Google Shape;186;g32e3ecf2c0f_0_40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 name="Shape 192"/>
        <p:cNvGrpSpPr/>
        <p:nvPr/>
      </p:nvGrpSpPr>
      <p:grpSpPr>
        <a:xfrm>
          <a:off x="0" y="0"/>
          <a:ext cx="0" cy="0"/>
          <a:chOff x="0" y="0"/>
          <a:chExt cx="0" cy="0"/>
        </a:xfrm>
      </p:grpSpPr>
      <p:sp>
        <p:nvSpPr>
          <p:cNvPr id="193" name="Google Shape;193;g32e3ecf2c0f_0_4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4" name="Google Shape;194;g32e3ecf2c0f_0_4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 name="Shape 198"/>
        <p:cNvGrpSpPr/>
        <p:nvPr/>
      </p:nvGrpSpPr>
      <p:grpSpPr>
        <a:xfrm>
          <a:off x="0" y="0"/>
          <a:ext cx="0" cy="0"/>
          <a:chOff x="0" y="0"/>
          <a:chExt cx="0" cy="0"/>
        </a:xfrm>
      </p:grpSpPr>
      <p:sp>
        <p:nvSpPr>
          <p:cNvPr id="199" name="Google Shape;199;g32e3ecf2c0f_0_4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0" name="Google Shape;200;g32e3ecf2c0f_0_4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 name="Shape 204"/>
        <p:cNvGrpSpPr/>
        <p:nvPr/>
      </p:nvGrpSpPr>
      <p:grpSpPr>
        <a:xfrm>
          <a:off x="0" y="0"/>
          <a:ext cx="0" cy="0"/>
          <a:chOff x="0" y="0"/>
          <a:chExt cx="0" cy="0"/>
        </a:xfrm>
      </p:grpSpPr>
      <p:sp>
        <p:nvSpPr>
          <p:cNvPr id="205" name="Google Shape;205;g32e3ecf2c0f_0_4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6" name="Google Shape;206;g32e3ecf2c0f_0_4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
              <a:t>var a = "sdfdsf";</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
              <a:t>function  abc(params) {</a:t>
            </a:r>
            <a:endParaRPr/>
          </a:p>
          <a:p>
            <a:pPr indent="0" lvl="0" marL="0" rtl="0" algn="l">
              <a:spcBef>
                <a:spcPts val="0"/>
              </a:spcBef>
              <a:spcAft>
                <a:spcPts val="0"/>
              </a:spcAft>
              <a:buClr>
                <a:schemeClr val="dk1"/>
              </a:buClr>
              <a:buSzPts val="1100"/>
              <a:buFont typeface="Arial"/>
              <a:buNone/>
            </a:pPr>
            <a:r>
              <a:rPr lang="en"/>
              <a:t>    </a:t>
            </a:r>
            <a:endParaRPr/>
          </a:p>
          <a:p>
            <a:pPr indent="0" lvl="0" marL="0" rtl="0" algn="l">
              <a:spcBef>
                <a:spcPts val="0"/>
              </a:spcBef>
              <a:spcAft>
                <a:spcPts val="0"/>
              </a:spcAft>
              <a:buClr>
                <a:schemeClr val="dk1"/>
              </a:buClr>
              <a:buSzPts val="1100"/>
              <a:buFont typeface="Arial"/>
              <a:buNone/>
            </a:pPr>
            <a:r>
              <a:rPr lang="en"/>
              <a:t>}</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
              <a:t>var abcfn = function(params) {</a:t>
            </a:r>
            <a:endParaRPr/>
          </a:p>
          <a:p>
            <a:pPr indent="0" lvl="0" marL="0" rtl="0" algn="l">
              <a:spcBef>
                <a:spcPts val="0"/>
              </a:spcBef>
              <a:spcAft>
                <a:spcPts val="0"/>
              </a:spcAft>
              <a:buClr>
                <a:schemeClr val="dk1"/>
              </a:buClr>
              <a:buSzPts val="1100"/>
              <a:buFont typeface="Arial"/>
              <a:buNone/>
            </a:pPr>
            <a:r>
              <a:rPr lang="en"/>
              <a:t>    </a:t>
            </a:r>
            <a:endParaRPr/>
          </a:p>
          <a:p>
            <a:pPr indent="0" lvl="0" marL="0" rtl="0" algn="l">
              <a:spcBef>
                <a:spcPts val="0"/>
              </a:spcBef>
              <a:spcAft>
                <a:spcPts val="0"/>
              </a:spcAft>
              <a:buClr>
                <a:schemeClr val="dk1"/>
              </a:buClr>
              <a:buSzPts val="1100"/>
              <a:buFont typeface="Arial"/>
              <a:buNone/>
            </a:pPr>
            <a:r>
              <a:rPr lang="en"/>
              <a:t>}</a:t>
            </a:r>
            <a:endParaRPr/>
          </a:p>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1" name="Shape 211"/>
        <p:cNvGrpSpPr/>
        <p:nvPr/>
      </p:nvGrpSpPr>
      <p:grpSpPr>
        <a:xfrm>
          <a:off x="0" y="0"/>
          <a:ext cx="0" cy="0"/>
          <a:chOff x="0" y="0"/>
          <a:chExt cx="0" cy="0"/>
        </a:xfrm>
      </p:grpSpPr>
      <p:sp>
        <p:nvSpPr>
          <p:cNvPr id="212" name="Google Shape;212;g32e3ecf2c0f_0_4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3" name="Google Shape;213;g32e3ecf2c0f_0_4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8" name="Shape 218"/>
        <p:cNvGrpSpPr/>
        <p:nvPr/>
      </p:nvGrpSpPr>
      <p:grpSpPr>
        <a:xfrm>
          <a:off x="0" y="0"/>
          <a:ext cx="0" cy="0"/>
          <a:chOff x="0" y="0"/>
          <a:chExt cx="0" cy="0"/>
        </a:xfrm>
      </p:grpSpPr>
      <p:sp>
        <p:nvSpPr>
          <p:cNvPr id="219" name="Google Shape;219;g32e3ecf2c0f_0_4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0" name="Google Shape;220;g32e3ecf2c0f_0_4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5" name="Shape 225"/>
        <p:cNvGrpSpPr/>
        <p:nvPr/>
      </p:nvGrpSpPr>
      <p:grpSpPr>
        <a:xfrm>
          <a:off x="0" y="0"/>
          <a:ext cx="0" cy="0"/>
          <a:chOff x="0" y="0"/>
          <a:chExt cx="0" cy="0"/>
        </a:xfrm>
      </p:grpSpPr>
      <p:sp>
        <p:nvSpPr>
          <p:cNvPr id="226" name="Google Shape;226;g32e3ecf2c0f_0_4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7" name="Google Shape;227;g32e3ecf2c0f_0_4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2" name="Shape 232"/>
        <p:cNvGrpSpPr/>
        <p:nvPr/>
      </p:nvGrpSpPr>
      <p:grpSpPr>
        <a:xfrm>
          <a:off x="0" y="0"/>
          <a:ext cx="0" cy="0"/>
          <a:chOff x="0" y="0"/>
          <a:chExt cx="0" cy="0"/>
        </a:xfrm>
      </p:grpSpPr>
      <p:sp>
        <p:nvSpPr>
          <p:cNvPr id="233" name="Google Shape;233;g32e3ecf2c0f_0_4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4" name="Google Shape;234;g32e3ecf2c0f_0_4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9" name="Shape 239"/>
        <p:cNvGrpSpPr/>
        <p:nvPr/>
      </p:nvGrpSpPr>
      <p:grpSpPr>
        <a:xfrm>
          <a:off x="0" y="0"/>
          <a:ext cx="0" cy="0"/>
          <a:chOff x="0" y="0"/>
          <a:chExt cx="0" cy="0"/>
        </a:xfrm>
      </p:grpSpPr>
      <p:sp>
        <p:nvSpPr>
          <p:cNvPr id="240" name="Google Shape;240;g32e3ecf2c0f_0_4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1" name="Google Shape;241;g32e3ecf2c0f_0_4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6" name="Shape 246"/>
        <p:cNvGrpSpPr/>
        <p:nvPr/>
      </p:nvGrpSpPr>
      <p:grpSpPr>
        <a:xfrm>
          <a:off x="0" y="0"/>
          <a:ext cx="0" cy="0"/>
          <a:chOff x="0" y="0"/>
          <a:chExt cx="0" cy="0"/>
        </a:xfrm>
      </p:grpSpPr>
      <p:sp>
        <p:nvSpPr>
          <p:cNvPr id="247" name="Google Shape;247;g32e3ecf2c0f_0_4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8" name="Google Shape;248;g32e3ecf2c0f_0_4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3" name="Shape 253"/>
        <p:cNvGrpSpPr/>
        <p:nvPr/>
      </p:nvGrpSpPr>
      <p:grpSpPr>
        <a:xfrm>
          <a:off x="0" y="0"/>
          <a:ext cx="0" cy="0"/>
          <a:chOff x="0" y="0"/>
          <a:chExt cx="0" cy="0"/>
        </a:xfrm>
      </p:grpSpPr>
      <p:sp>
        <p:nvSpPr>
          <p:cNvPr id="254" name="Google Shape;254;g32e3ecf2c0f_0_4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5" name="Google Shape;255;g32e3ecf2c0f_0_4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0" name="Shape 260"/>
        <p:cNvGrpSpPr/>
        <p:nvPr/>
      </p:nvGrpSpPr>
      <p:grpSpPr>
        <a:xfrm>
          <a:off x="0" y="0"/>
          <a:ext cx="0" cy="0"/>
          <a:chOff x="0" y="0"/>
          <a:chExt cx="0" cy="0"/>
        </a:xfrm>
      </p:grpSpPr>
      <p:sp>
        <p:nvSpPr>
          <p:cNvPr id="261" name="Google Shape;261;g32e3ecf2c0f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2" name="Google Shape;262;g32e3ecf2c0f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7" name="Shape 267"/>
        <p:cNvGrpSpPr/>
        <p:nvPr/>
      </p:nvGrpSpPr>
      <p:grpSpPr>
        <a:xfrm>
          <a:off x="0" y="0"/>
          <a:ext cx="0" cy="0"/>
          <a:chOff x="0" y="0"/>
          <a:chExt cx="0" cy="0"/>
        </a:xfrm>
      </p:grpSpPr>
      <p:sp>
        <p:nvSpPr>
          <p:cNvPr id="268" name="Google Shape;268;g32e3ecf2c0f_1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9" name="Google Shape;269;g32e3ecf2c0f_1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4" name="Shape 274"/>
        <p:cNvGrpSpPr/>
        <p:nvPr/>
      </p:nvGrpSpPr>
      <p:grpSpPr>
        <a:xfrm>
          <a:off x="0" y="0"/>
          <a:ext cx="0" cy="0"/>
          <a:chOff x="0" y="0"/>
          <a:chExt cx="0" cy="0"/>
        </a:xfrm>
      </p:grpSpPr>
      <p:sp>
        <p:nvSpPr>
          <p:cNvPr id="275" name="Google Shape;275;g32e3ecf2c0f_1_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6" name="Google Shape;276;g32e3ecf2c0f_1_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document.cookie = "username=Himanshu; expires=Fri, 04 Nov 2025 12:00:00 UTC; path=/";</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1" name="Shape 281"/>
        <p:cNvGrpSpPr/>
        <p:nvPr/>
      </p:nvGrpSpPr>
      <p:grpSpPr>
        <a:xfrm>
          <a:off x="0" y="0"/>
          <a:ext cx="0" cy="0"/>
          <a:chOff x="0" y="0"/>
          <a:chExt cx="0" cy="0"/>
        </a:xfrm>
      </p:grpSpPr>
      <p:sp>
        <p:nvSpPr>
          <p:cNvPr id="282" name="Google Shape;282;g32e3ecf2c0f_1_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3" name="Google Shape;283;g32e3ecf2c0f_1_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9" name="Shape 289"/>
        <p:cNvGrpSpPr/>
        <p:nvPr/>
      </p:nvGrpSpPr>
      <p:grpSpPr>
        <a:xfrm>
          <a:off x="0" y="0"/>
          <a:ext cx="0" cy="0"/>
          <a:chOff x="0" y="0"/>
          <a:chExt cx="0" cy="0"/>
        </a:xfrm>
      </p:grpSpPr>
      <p:sp>
        <p:nvSpPr>
          <p:cNvPr id="290" name="Google Shape;290;g32e3ecf2c0f_1_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1" name="Google Shape;291;g32e3ecf2c0f_1_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6" name="Shape 296"/>
        <p:cNvGrpSpPr/>
        <p:nvPr/>
      </p:nvGrpSpPr>
      <p:grpSpPr>
        <a:xfrm>
          <a:off x="0" y="0"/>
          <a:ext cx="0" cy="0"/>
          <a:chOff x="0" y="0"/>
          <a:chExt cx="0" cy="0"/>
        </a:xfrm>
      </p:grpSpPr>
      <p:sp>
        <p:nvSpPr>
          <p:cNvPr id="297" name="Google Shape;297;g32e3ecf2c0f_1_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8" name="Google Shape;298;g32e3ecf2c0f_1_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4" name="Shape 304"/>
        <p:cNvGrpSpPr/>
        <p:nvPr/>
      </p:nvGrpSpPr>
      <p:grpSpPr>
        <a:xfrm>
          <a:off x="0" y="0"/>
          <a:ext cx="0" cy="0"/>
          <a:chOff x="0" y="0"/>
          <a:chExt cx="0" cy="0"/>
        </a:xfrm>
      </p:grpSpPr>
      <p:sp>
        <p:nvSpPr>
          <p:cNvPr id="305" name="Google Shape;305;g32e3ecf2c0f_1_7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6" name="Google Shape;306;g32e3ecf2c0f_1_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1" name="Shape 311"/>
        <p:cNvGrpSpPr/>
        <p:nvPr/>
      </p:nvGrpSpPr>
      <p:grpSpPr>
        <a:xfrm>
          <a:off x="0" y="0"/>
          <a:ext cx="0" cy="0"/>
          <a:chOff x="0" y="0"/>
          <a:chExt cx="0" cy="0"/>
        </a:xfrm>
      </p:grpSpPr>
      <p:sp>
        <p:nvSpPr>
          <p:cNvPr id="312" name="Google Shape;312;g32e3ecf2c0f_1_8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3" name="Google Shape;313;g32e3ecf2c0f_1_8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8" name="Shape 318"/>
        <p:cNvGrpSpPr/>
        <p:nvPr/>
      </p:nvGrpSpPr>
      <p:grpSpPr>
        <a:xfrm>
          <a:off x="0" y="0"/>
          <a:ext cx="0" cy="0"/>
          <a:chOff x="0" y="0"/>
          <a:chExt cx="0" cy="0"/>
        </a:xfrm>
      </p:grpSpPr>
      <p:sp>
        <p:nvSpPr>
          <p:cNvPr id="319" name="Google Shape;319;g32e3ecf2c0f_2_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20" name="Google Shape;320;g32e3ecf2c0f_2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4" name="Shape 324"/>
        <p:cNvGrpSpPr/>
        <p:nvPr/>
      </p:nvGrpSpPr>
      <p:grpSpPr>
        <a:xfrm>
          <a:off x="0" y="0"/>
          <a:ext cx="0" cy="0"/>
          <a:chOff x="0" y="0"/>
          <a:chExt cx="0" cy="0"/>
        </a:xfrm>
      </p:grpSpPr>
      <p:sp>
        <p:nvSpPr>
          <p:cNvPr id="325" name="Google Shape;325;g39e10ecf9a2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6" name="Google Shape;326;g39e10ecf9a2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50" name="Shape 50"/>
        <p:cNvGrpSpPr/>
        <p:nvPr/>
      </p:nvGrpSpPr>
      <p:grpSpPr>
        <a:xfrm>
          <a:off x="0" y="0"/>
          <a:ext cx="0" cy="0"/>
          <a:chOff x="0" y="0"/>
          <a:chExt cx="0" cy="0"/>
        </a:xfrm>
      </p:grpSpPr>
      <p:sp>
        <p:nvSpPr>
          <p:cNvPr id="51" name="Google Shape;51;p13"/>
          <p:cNvSpPr txBox="1"/>
          <p:nvPr>
            <p:ph type="title"/>
          </p:nvPr>
        </p:nvSpPr>
        <p:spPr>
          <a:xfrm>
            <a:off x="280559" y="438574"/>
            <a:ext cx="8564400" cy="447600"/>
          </a:xfrm>
          <a:prstGeom prst="rect">
            <a:avLst/>
          </a:prstGeom>
          <a:noFill/>
          <a:ln>
            <a:noFill/>
          </a:ln>
        </p:spPr>
        <p:txBody>
          <a:bodyPr anchorCtr="0" anchor="ctr" bIns="91425" lIns="91425" spcFirstLastPara="1" rIns="91425" wrap="square" tIns="91425">
            <a:noAutofit/>
          </a:bodyPr>
          <a:lstStyle>
            <a:lvl1pPr lvl="0" marR="0" algn="l">
              <a:lnSpc>
                <a:spcPct val="100000"/>
              </a:lnSpc>
              <a:spcBef>
                <a:spcPts val="0"/>
              </a:spcBef>
              <a:spcAft>
                <a:spcPts val="0"/>
              </a:spcAft>
              <a:buClr>
                <a:schemeClr val="dk1"/>
              </a:buClr>
              <a:buSzPts val="2800"/>
              <a:buFont typeface="Calibri"/>
              <a:buNone/>
              <a:defRPr b="0" i="0" sz="2800" u="none" cap="none" strike="noStrike">
                <a:solidFill>
                  <a:schemeClr val="dk1"/>
                </a:solidFill>
                <a:latin typeface="Calibri"/>
                <a:ea typeface="Calibri"/>
                <a:cs typeface="Calibri"/>
                <a:sym typeface="Calibri"/>
              </a:defRPr>
            </a:lvl1pPr>
            <a:lvl2pPr lvl="1" algn="l">
              <a:lnSpc>
                <a:spcPct val="100000"/>
              </a:lnSpc>
              <a:spcBef>
                <a:spcPts val="0"/>
              </a:spcBef>
              <a:spcAft>
                <a:spcPts val="0"/>
              </a:spcAft>
              <a:buSzPts val="1800"/>
              <a:buFont typeface="Arial"/>
              <a:buNone/>
              <a:defRPr sz="1800"/>
            </a:lvl2pPr>
            <a:lvl3pPr lvl="2" algn="l">
              <a:lnSpc>
                <a:spcPct val="100000"/>
              </a:lnSpc>
              <a:spcBef>
                <a:spcPts val="0"/>
              </a:spcBef>
              <a:spcAft>
                <a:spcPts val="0"/>
              </a:spcAft>
              <a:buSzPts val="1800"/>
              <a:buFont typeface="Arial"/>
              <a:buNone/>
              <a:defRPr sz="1800"/>
            </a:lvl3pPr>
            <a:lvl4pPr lvl="3" algn="l">
              <a:lnSpc>
                <a:spcPct val="100000"/>
              </a:lnSpc>
              <a:spcBef>
                <a:spcPts val="0"/>
              </a:spcBef>
              <a:spcAft>
                <a:spcPts val="0"/>
              </a:spcAft>
              <a:buSzPts val="1800"/>
              <a:buFont typeface="Arial"/>
              <a:buNone/>
              <a:defRPr sz="1800"/>
            </a:lvl4pPr>
            <a:lvl5pPr lvl="4" algn="l">
              <a:lnSpc>
                <a:spcPct val="100000"/>
              </a:lnSpc>
              <a:spcBef>
                <a:spcPts val="0"/>
              </a:spcBef>
              <a:spcAft>
                <a:spcPts val="0"/>
              </a:spcAft>
              <a:buSzPts val="1800"/>
              <a:buFont typeface="Arial"/>
              <a:buNone/>
              <a:defRPr sz="1800"/>
            </a:lvl5pPr>
            <a:lvl6pPr lvl="5" algn="l">
              <a:lnSpc>
                <a:spcPct val="100000"/>
              </a:lnSpc>
              <a:spcBef>
                <a:spcPts val="0"/>
              </a:spcBef>
              <a:spcAft>
                <a:spcPts val="0"/>
              </a:spcAft>
              <a:buSzPts val="1800"/>
              <a:buFont typeface="Arial"/>
              <a:buNone/>
              <a:defRPr sz="1800"/>
            </a:lvl6pPr>
            <a:lvl7pPr lvl="6" algn="l">
              <a:lnSpc>
                <a:spcPct val="100000"/>
              </a:lnSpc>
              <a:spcBef>
                <a:spcPts val="0"/>
              </a:spcBef>
              <a:spcAft>
                <a:spcPts val="0"/>
              </a:spcAft>
              <a:buSzPts val="1800"/>
              <a:buFont typeface="Arial"/>
              <a:buNone/>
              <a:defRPr sz="1800"/>
            </a:lvl7pPr>
            <a:lvl8pPr lvl="7" algn="l">
              <a:lnSpc>
                <a:spcPct val="100000"/>
              </a:lnSpc>
              <a:spcBef>
                <a:spcPts val="0"/>
              </a:spcBef>
              <a:spcAft>
                <a:spcPts val="0"/>
              </a:spcAft>
              <a:buSzPts val="1800"/>
              <a:buFont typeface="Arial"/>
              <a:buNone/>
              <a:defRPr sz="1800"/>
            </a:lvl8pPr>
            <a:lvl9pPr lvl="8" algn="l">
              <a:lnSpc>
                <a:spcPct val="100000"/>
              </a:lnSpc>
              <a:spcBef>
                <a:spcPts val="0"/>
              </a:spcBef>
              <a:spcAft>
                <a:spcPts val="0"/>
              </a:spcAft>
              <a:buSzPts val="1800"/>
              <a:buFont typeface="Arial"/>
              <a:buNone/>
              <a:defRPr sz="1800"/>
            </a:lvl9pPr>
          </a:lstStyle>
          <a:p/>
        </p:txBody>
      </p:sp>
      <p:sp>
        <p:nvSpPr>
          <p:cNvPr id="52" name="Google Shape;52;p13"/>
          <p:cNvSpPr txBox="1"/>
          <p:nvPr>
            <p:ph idx="1" type="body"/>
          </p:nvPr>
        </p:nvSpPr>
        <p:spPr>
          <a:xfrm>
            <a:off x="280559" y="963628"/>
            <a:ext cx="8564400" cy="3630900"/>
          </a:xfrm>
          <a:prstGeom prst="rect">
            <a:avLst/>
          </a:prstGeom>
          <a:noFill/>
          <a:ln>
            <a:noFill/>
          </a:ln>
        </p:spPr>
        <p:txBody>
          <a:bodyPr anchorCtr="0" anchor="t" bIns="91425" lIns="91425" spcFirstLastPara="1" rIns="91425" wrap="square" tIns="91425">
            <a:noAutofit/>
          </a:bodyPr>
          <a:lstStyle>
            <a:lvl1pPr indent="-381000" lvl="0" marL="457200" marR="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1pPr>
            <a:lvl2pPr indent="-355600" lvl="1" marL="914400" marR="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2pPr>
            <a:lvl3pPr indent="-342900" lvl="2" marL="1371600" marR="0" algn="l">
              <a:lnSpc>
                <a:spcPct val="100000"/>
              </a:lnSpc>
              <a:spcBef>
                <a:spcPts val="36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3pPr>
            <a:lvl4pPr indent="-330200" lvl="3" marL="1828800" marR="0" algn="l">
              <a:lnSpc>
                <a:spcPct val="100000"/>
              </a:lnSpc>
              <a:spcBef>
                <a:spcPts val="320"/>
              </a:spcBef>
              <a:spcAft>
                <a:spcPts val="0"/>
              </a:spcAft>
              <a:buClr>
                <a:schemeClr val="dk1"/>
              </a:buClr>
              <a:buSzPts val="1600"/>
              <a:buFont typeface="Arial"/>
              <a:buChar char="–"/>
              <a:defRPr b="0" i="0" sz="1600" u="none" cap="none" strike="noStrike">
                <a:solidFill>
                  <a:schemeClr val="dk1"/>
                </a:solidFill>
                <a:latin typeface="Calibri"/>
                <a:ea typeface="Calibri"/>
                <a:cs typeface="Calibri"/>
                <a:sym typeface="Calibri"/>
              </a:defRPr>
            </a:lvl4pPr>
            <a:lvl5pPr indent="-330200" lvl="4" marL="2286000" marR="0" algn="l">
              <a:lnSpc>
                <a:spcPct val="100000"/>
              </a:lnSpc>
              <a:spcBef>
                <a:spcPts val="320"/>
              </a:spcBef>
              <a:spcAft>
                <a:spcPts val="0"/>
              </a:spcAft>
              <a:buClr>
                <a:schemeClr val="dk1"/>
              </a:buClr>
              <a:buSzPts val="1600"/>
              <a:buFont typeface="Arial"/>
              <a:buChar char="»"/>
              <a:defRPr b="0" i="0" sz="1600" u="none" cap="none" strike="noStrike">
                <a:solidFill>
                  <a:schemeClr val="dk1"/>
                </a:solidFill>
                <a:latin typeface="Calibri"/>
                <a:ea typeface="Calibri"/>
                <a:cs typeface="Calibri"/>
                <a:sym typeface="Calibri"/>
              </a:defRPr>
            </a:lvl5pPr>
            <a:lvl6pPr indent="-355600" lvl="5" marL="2743200" marR="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53" name="Google Shape;53;p13"/>
          <p:cNvSpPr txBox="1"/>
          <p:nvPr>
            <p:ph idx="10" type="dt"/>
          </p:nvPr>
        </p:nvSpPr>
        <p:spPr>
          <a:xfrm>
            <a:off x="457200" y="4767262"/>
            <a:ext cx="2133600" cy="273900"/>
          </a:xfrm>
          <a:prstGeom prst="rect">
            <a:avLst/>
          </a:prstGeom>
          <a:noFill/>
          <a:ln>
            <a:noFill/>
          </a:ln>
        </p:spPr>
        <p:txBody>
          <a:bodyPr anchorCtr="0" anchor="ctr" bIns="91425" lIns="91425" spcFirstLastPara="1" rIns="91425" wrap="square" tIns="91425">
            <a:noAutofit/>
          </a:bodyPr>
          <a:lstStyle>
            <a:lvl1pPr lvl="0" marR="0" algn="l">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1pPr>
            <a:lvl2pPr lvl="1" marR="0" algn="l">
              <a:lnSpc>
                <a:spcPct val="100000"/>
              </a:lnSpc>
              <a:spcBef>
                <a:spcPts val="0"/>
              </a:spcBef>
              <a:spcAft>
                <a:spcPts val="0"/>
              </a:spcAft>
              <a:buClr>
                <a:schemeClr val="dk1"/>
              </a:buClr>
              <a:buSzPts val="1800"/>
              <a:buFont typeface="Calibri"/>
              <a:buNone/>
              <a:defRPr b="0" i="0" sz="1800" u="none" cap="none" strike="noStrike">
                <a:solidFill>
                  <a:schemeClr val="dk1"/>
                </a:solidFill>
                <a:latin typeface="Calibri"/>
                <a:ea typeface="Calibri"/>
                <a:cs typeface="Calibri"/>
                <a:sym typeface="Calibri"/>
              </a:defRPr>
            </a:lvl2pPr>
            <a:lvl3pPr lvl="2" marR="0" algn="l">
              <a:lnSpc>
                <a:spcPct val="100000"/>
              </a:lnSpc>
              <a:spcBef>
                <a:spcPts val="0"/>
              </a:spcBef>
              <a:spcAft>
                <a:spcPts val="0"/>
              </a:spcAft>
              <a:buClr>
                <a:schemeClr val="dk1"/>
              </a:buClr>
              <a:buSzPts val="1800"/>
              <a:buFont typeface="Calibri"/>
              <a:buNone/>
              <a:defRPr b="0" i="0" sz="1800" u="none" cap="none" strike="noStrike">
                <a:solidFill>
                  <a:schemeClr val="dk1"/>
                </a:solidFill>
                <a:latin typeface="Calibri"/>
                <a:ea typeface="Calibri"/>
                <a:cs typeface="Calibri"/>
                <a:sym typeface="Calibri"/>
              </a:defRPr>
            </a:lvl3pPr>
            <a:lvl4pPr lvl="3" marR="0" algn="l">
              <a:lnSpc>
                <a:spcPct val="100000"/>
              </a:lnSpc>
              <a:spcBef>
                <a:spcPts val="0"/>
              </a:spcBef>
              <a:spcAft>
                <a:spcPts val="0"/>
              </a:spcAft>
              <a:buClr>
                <a:schemeClr val="dk1"/>
              </a:buClr>
              <a:buSzPts val="1800"/>
              <a:buFont typeface="Calibri"/>
              <a:buNone/>
              <a:defRPr b="0" i="0" sz="1800" u="none" cap="none" strike="noStrike">
                <a:solidFill>
                  <a:schemeClr val="dk1"/>
                </a:solidFill>
                <a:latin typeface="Calibri"/>
                <a:ea typeface="Calibri"/>
                <a:cs typeface="Calibri"/>
                <a:sym typeface="Calibri"/>
              </a:defRPr>
            </a:lvl4pPr>
            <a:lvl5pPr lvl="4" marR="0" algn="l">
              <a:lnSpc>
                <a:spcPct val="100000"/>
              </a:lnSpc>
              <a:spcBef>
                <a:spcPts val="0"/>
              </a:spcBef>
              <a:spcAft>
                <a:spcPts val="0"/>
              </a:spcAft>
              <a:buClr>
                <a:schemeClr val="dk1"/>
              </a:buClr>
              <a:buSzPts val="1800"/>
              <a:buFont typeface="Calibri"/>
              <a:buNone/>
              <a:defRPr b="0" i="0" sz="1800" u="none" cap="none" strike="noStrike">
                <a:solidFill>
                  <a:schemeClr val="dk1"/>
                </a:solidFill>
                <a:latin typeface="Calibri"/>
                <a:ea typeface="Calibri"/>
                <a:cs typeface="Calibri"/>
                <a:sym typeface="Calibri"/>
              </a:defRPr>
            </a:lvl5pPr>
            <a:lvl6pPr lvl="5" marR="0" algn="l">
              <a:lnSpc>
                <a:spcPct val="100000"/>
              </a:lnSpc>
              <a:spcBef>
                <a:spcPts val="0"/>
              </a:spcBef>
              <a:spcAft>
                <a:spcPts val="0"/>
              </a:spcAft>
              <a:buClr>
                <a:schemeClr val="dk1"/>
              </a:buClr>
              <a:buSzPts val="1800"/>
              <a:buFont typeface="Calibri"/>
              <a:buNone/>
              <a:defRPr b="0" i="0" sz="1800" u="none" cap="none" strike="noStrike">
                <a:solidFill>
                  <a:schemeClr val="dk1"/>
                </a:solidFill>
                <a:latin typeface="Calibri"/>
                <a:ea typeface="Calibri"/>
                <a:cs typeface="Calibri"/>
                <a:sym typeface="Calibri"/>
              </a:defRPr>
            </a:lvl6pPr>
            <a:lvl7pPr lvl="6" marR="0" algn="l">
              <a:lnSpc>
                <a:spcPct val="100000"/>
              </a:lnSpc>
              <a:spcBef>
                <a:spcPts val="0"/>
              </a:spcBef>
              <a:spcAft>
                <a:spcPts val="0"/>
              </a:spcAft>
              <a:buClr>
                <a:schemeClr val="dk1"/>
              </a:buClr>
              <a:buSzPts val="1800"/>
              <a:buFont typeface="Calibri"/>
              <a:buNone/>
              <a:defRPr b="0" i="0" sz="1800" u="none" cap="none" strike="noStrike">
                <a:solidFill>
                  <a:schemeClr val="dk1"/>
                </a:solidFill>
                <a:latin typeface="Calibri"/>
                <a:ea typeface="Calibri"/>
                <a:cs typeface="Calibri"/>
                <a:sym typeface="Calibri"/>
              </a:defRPr>
            </a:lvl7pPr>
            <a:lvl8pPr lvl="7" marR="0" algn="l">
              <a:lnSpc>
                <a:spcPct val="100000"/>
              </a:lnSpc>
              <a:spcBef>
                <a:spcPts val="0"/>
              </a:spcBef>
              <a:spcAft>
                <a:spcPts val="0"/>
              </a:spcAft>
              <a:buClr>
                <a:schemeClr val="dk1"/>
              </a:buClr>
              <a:buSzPts val="1800"/>
              <a:buFont typeface="Calibri"/>
              <a:buNone/>
              <a:defRPr b="0" i="0" sz="1800" u="none" cap="none" strike="noStrike">
                <a:solidFill>
                  <a:schemeClr val="dk1"/>
                </a:solidFill>
                <a:latin typeface="Calibri"/>
                <a:ea typeface="Calibri"/>
                <a:cs typeface="Calibri"/>
                <a:sym typeface="Calibri"/>
              </a:defRPr>
            </a:lvl8pPr>
            <a:lvl9pPr lvl="8" marR="0" algn="l">
              <a:lnSpc>
                <a:spcPct val="100000"/>
              </a:lnSpc>
              <a:spcBef>
                <a:spcPts val="0"/>
              </a:spcBef>
              <a:spcAft>
                <a:spcPts val="0"/>
              </a:spcAft>
              <a:buClr>
                <a:schemeClr val="dk1"/>
              </a:buClr>
              <a:buSzPts val="1800"/>
              <a:buFont typeface="Calibri"/>
              <a:buNone/>
              <a:defRPr b="0" i="0" sz="1800" u="none" cap="none" strike="noStrike">
                <a:solidFill>
                  <a:schemeClr val="dk1"/>
                </a:solidFill>
                <a:latin typeface="Calibri"/>
                <a:ea typeface="Calibri"/>
                <a:cs typeface="Calibri"/>
                <a:sym typeface="Calibri"/>
              </a:defRPr>
            </a:lvl9pPr>
          </a:lstStyle>
          <a:p/>
        </p:txBody>
      </p:sp>
      <p:sp>
        <p:nvSpPr>
          <p:cNvPr id="54" name="Google Shape;54;p13"/>
          <p:cNvSpPr txBox="1"/>
          <p:nvPr>
            <p:ph idx="11" type="ftr"/>
          </p:nvPr>
        </p:nvSpPr>
        <p:spPr>
          <a:xfrm>
            <a:off x="3124200" y="4767262"/>
            <a:ext cx="2895600" cy="273900"/>
          </a:xfrm>
          <a:prstGeom prst="rect">
            <a:avLst/>
          </a:prstGeom>
          <a:noFill/>
          <a:ln>
            <a:noFill/>
          </a:ln>
        </p:spPr>
        <p:txBody>
          <a:bodyPr anchorCtr="0" anchor="ctr" bIns="91425" lIns="91425" spcFirstLastPara="1" rIns="91425" wrap="square" tIns="91425">
            <a:noAutofit/>
          </a:bodyPr>
          <a:lstStyle>
            <a:lvl1pPr lvl="0" marR="0" algn="ct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1pPr>
            <a:lvl2pPr lvl="1" marR="0" algn="l">
              <a:lnSpc>
                <a:spcPct val="100000"/>
              </a:lnSpc>
              <a:spcBef>
                <a:spcPts val="0"/>
              </a:spcBef>
              <a:spcAft>
                <a:spcPts val="0"/>
              </a:spcAft>
              <a:buClr>
                <a:schemeClr val="dk1"/>
              </a:buClr>
              <a:buSzPts val="1800"/>
              <a:buFont typeface="Calibri"/>
              <a:buNone/>
              <a:defRPr b="0" i="0" sz="1800" u="none" cap="none" strike="noStrike">
                <a:solidFill>
                  <a:schemeClr val="dk1"/>
                </a:solidFill>
                <a:latin typeface="Calibri"/>
                <a:ea typeface="Calibri"/>
                <a:cs typeface="Calibri"/>
                <a:sym typeface="Calibri"/>
              </a:defRPr>
            </a:lvl2pPr>
            <a:lvl3pPr lvl="2" marR="0" algn="l">
              <a:lnSpc>
                <a:spcPct val="100000"/>
              </a:lnSpc>
              <a:spcBef>
                <a:spcPts val="0"/>
              </a:spcBef>
              <a:spcAft>
                <a:spcPts val="0"/>
              </a:spcAft>
              <a:buClr>
                <a:schemeClr val="dk1"/>
              </a:buClr>
              <a:buSzPts val="1800"/>
              <a:buFont typeface="Calibri"/>
              <a:buNone/>
              <a:defRPr b="0" i="0" sz="1800" u="none" cap="none" strike="noStrike">
                <a:solidFill>
                  <a:schemeClr val="dk1"/>
                </a:solidFill>
                <a:latin typeface="Calibri"/>
                <a:ea typeface="Calibri"/>
                <a:cs typeface="Calibri"/>
                <a:sym typeface="Calibri"/>
              </a:defRPr>
            </a:lvl3pPr>
            <a:lvl4pPr lvl="3" marR="0" algn="l">
              <a:lnSpc>
                <a:spcPct val="100000"/>
              </a:lnSpc>
              <a:spcBef>
                <a:spcPts val="0"/>
              </a:spcBef>
              <a:spcAft>
                <a:spcPts val="0"/>
              </a:spcAft>
              <a:buClr>
                <a:schemeClr val="dk1"/>
              </a:buClr>
              <a:buSzPts val="1800"/>
              <a:buFont typeface="Calibri"/>
              <a:buNone/>
              <a:defRPr b="0" i="0" sz="1800" u="none" cap="none" strike="noStrike">
                <a:solidFill>
                  <a:schemeClr val="dk1"/>
                </a:solidFill>
                <a:latin typeface="Calibri"/>
                <a:ea typeface="Calibri"/>
                <a:cs typeface="Calibri"/>
                <a:sym typeface="Calibri"/>
              </a:defRPr>
            </a:lvl4pPr>
            <a:lvl5pPr lvl="4" marR="0" algn="l">
              <a:lnSpc>
                <a:spcPct val="100000"/>
              </a:lnSpc>
              <a:spcBef>
                <a:spcPts val="0"/>
              </a:spcBef>
              <a:spcAft>
                <a:spcPts val="0"/>
              </a:spcAft>
              <a:buClr>
                <a:schemeClr val="dk1"/>
              </a:buClr>
              <a:buSzPts val="1800"/>
              <a:buFont typeface="Calibri"/>
              <a:buNone/>
              <a:defRPr b="0" i="0" sz="1800" u="none" cap="none" strike="noStrike">
                <a:solidFill>
                  <a:schemeClr val="dk1"/>
                </a:solidFill>
                <a:latin typeface="Calibri"/>
                <a:ea typeface="Calibri"/>
                <a:cs typeface="Calibri"/>
                <a:sym typeface="Calibri"/>
              </a:defRPr>
            </a:lvl5pPr>
            <a:lvl6pPr lvl="5" marR="0" algn="l">
              <a:lnSpc>
                <a:spcPct val="100000"/>
              </a:lnSpc>
              <a:spcBef>
                <a:spcPts val="0"/>
              </a:spcBef>
              <a:spcAft>
                <a:spcPts val="0"/>
              </a:spcAft>
              <a:buClr>
                <a:schemeClr val="dk1"/>
              </a:buClr>
              <a:buSzPts val="1800"/>
              <a:buFont typeface="Calibri"/>
              <a:buNone/>
              <a:defRPr b="0" i="0" sz="1800" u="none" cap="none" strike="noStrike">
                <a:solidFill>
                  <a:schemeClr val="dk1"/>
                </a:solidFill>
                <a:latin typeface="Calibri"/>
                <a:ea typeface="Calibri"/>
                <a:cs typeface="Calibri"/>
                <a:sym typeface="Calibri"/>
              </a:defRPr>
            </a:lvl6pPr>
            <a:lvl7pPr lvl="6" marR="0" algn="l">
              <a:lnSpc>
                <a:spcPct val="100000"/>
              </a:lnSpc>
              <a:spcBef>
                <a:spcPts val="0"/>
              </a:spcBef>
              <a:spcAft>
                <a:spcPts val="0"/>
              </a:spcAft>
              <a:buClr>
                <a:schemeClr val="dk1"/>
              </a:buClr>
              <a:buSzPts val="1800"/>
              <a:buFont typeface="Calibri"/>
              <a:buNone/>
              <a:defRPr b="0" i="0" sz="1800" u="none" cap="none" strike="noStrike">
                <a:solidFill>
                  <a:schemeClr val="dk1"/>
                </a:solidFill>
                <a:latin typeface="Calibri"/>
                <a:ea typeface="Calibri"/>
                <a:cs typeface="Calibri"/>
                <a:sym typeface="Calibri"/>
              </a:defRPr>
            </a:lvl7pPr>
            <a:lvl8pPr lvl="7" marR="0" algn="l">
              <a:lnSpc>
                <a:spcPct val="100000"/>
              </a:lnSpc>
              <a:spcBef>
                <a:spcPts val="0"/>
              </a:spcBef>
              <a:spcAft>
                <a:spcPts val="0"/>
              </a:spcAft>
              <a:buClr>
                <a:schemeClr val="dk1"/>
              </a:buClr>
              <a:buSzPts val="1800"/>
              <a:buFont typeface="Calibri"/>
              <a:buNone/>
              <a:defRPr b="0" i="0" sz="1800" u="none" cap="none" strike="noStrike">
                <a:solidFill>
                  <a:schemeClr val="dk1"/>
                </a:solidFill>
                <a:latin typeface="Calibri"/>
                <a:ea typeface="Calibri"/>
                <a:cs typeface="Calibri"/>
                <a:sym typeface="Calibri"/>
              </a:defRPr>
            </a:lvl8pPr>
            <a:lvl9pPr lvl="8" marR="0" algn="l">
              <a:lnSpc>
                <a:spcPct val="100000"/>
              </a:lnSpc>
              <a:spcBef>
                <a:spcPts val="0"/>
              </a:spcBef>
              <a:spcAft>
                <a:spcPts val="0"/>
              </a:spcAft>
              <a:buClr>
                <a:schemeClr val="dk1"/>
              </a:buClr>
              <a:buSzPts val="1800"/>
              <a:buFont typeface="Calibri"/>
              <a:buNone/>
              <a:defRPr b="0" i="0" sz="1800" u="none" cap="none" strike="noStrike">
                <a:solidFill>
                  <a:schemeClr val="dk1"/>
                </a:solidFill>
                <a:latin typeface="Calibri"/>
                <a:ea typeface="Calibri"/>
                <a:cs typeface="Calibri"/>
                <a:sym typeface="Calibri"/>
              </a:defRPr>
            </a:lvl9pPr>
          </a:lstStyle>
          <a:p/>
        </p:txBody>
      </p:sp>
      <p:sp>
        <p:nvSpPr>
          <p:cNvPr id="55" name="Google Shape;55;p13"/>
          <p:cNvSpPr txBox="1"/>
          <p:nvPr>
            <p:ph idx="12" type="sldNum"/>
          </p:nvPr>
        </p:nvSpPr>
        <p:spPr>
          <a:xfrm>
            <a:off x="6553200" y="4767262"/>
            <a:ext cx="2133600" cy="2739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88888"/>
              </a:buClr>
              <a:buSzPts val="300"/>
              <a:buFont typeface="Calibri"/>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888888"/>
              </a:buClr>
              <a:buSzPts val="300"/>
              <a:buFont typeface="Calibri"/>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888888"/>
              </a:buClr>
              <a:buSzPts val="300"/>
              <a:buFont typeface="Calibri"/>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888888"/>
              </a:buClr>
              <a:buSzPts val="300"/>
              <a:buFont typeface="Calibri"/>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888888"/>
              </a:buClr>
              <a:buSzPts val="300"/>
              <a:buFont typeface="Calibri"/>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888888"/>
              </a:buClr>
              <a:buSzPts val="300"/>
              <a:buFont typeface="Calibri"/>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888888"/>
              </a:buClr>
              <a:buSzPts val="300"/>
              <a:buFont typeface="Calibri"/>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888888"/>
              </a:buClr>
              <a:buSzPts val="300"/>
              <a:buFont typeface="Calibri"/>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888888"/>
              </a:buClr>
              <a:buSzPts val="300"/>
              <a:buFont typeface="Calibri"/>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p:cSld name="Custom Layout">
    <p:spTree>
      <p:nvGrpSpPr>
        <p:cNvPr id="56" name="Shape 56"/>
        <p:cNvGrpSpPr/>
        <p:nvPr/>
      </p:nvGrpSpPr>
      <p:grpSpPr>
        <a:xfrm>
          <a:off x="0" y="0"/>
          <a:ext cx="0" cy="0"/>
          <a:chOff x="0" y="0"/>
          <a:chExt cx="0" cy="0"/>
        </a:xfrm>
      </p:grpSpPr>
      <p:sp>
        <p:nvSpPr>
          <p:cNvPr id="57" name="Google Shape;57;p14"/>
          <p:cNvSpPr txBox="1"/>
          <p:nvPr>
            <p:ph idx="10" type="dt"/>
          </p:nvPr>
        </p:nvSpPr>
        <p:spPr>
          <a:xfrm>
            <a:off x="457200" y="4767262"/>
            <a:ext cx="2133600" cy="273900"/>
          </a:xfrm>
          <a:prstGeom prst="rect">
            <a:avLst/>
          </a:prstGeom>
          <a:noFill/>
          <a:ln>
            <a:noFill/>
          </a:ln>
        </p:spPr>
        <p:txBody>
          <a:bodyPr anchorCtr="0" anchor="ctr" bIns="91425" lIns="91425" spcFirstLastPara="1" rIns="91425" wrap="square" tIns="91425">
            <a:noAutofit/>
          </a:bodyPr>
          <a:lstStyle>
            <a:lvl1pPr lvl="0" marR="0" algn="l">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1pPr>
            <a:lvl2pPr lvl="1" marR="0" algn="l">
              <a:lnSpc>
                <a:spcPct val="100000"/>
              </a:lnSpc>
              <a:spcBef>
                <a:spcPts val="0"/>
              </a:spcBef>
              <a:spcAft>
                <a:spcPts val="0"/>
              </a:spcAft>
              <a:buClr>
                <a:schemeClr val="dk1"/>
              </a:buClr>
              <a:buSzPts val="1800"/>
              <a:buFont typeface="Calibri"/>
              <a:buNone/>
              <a:defRPr b="0" i="0" sz="1800" u="none" cap="none" strike="noStrike">
                <a:solidFill>
                  <a:schemeClr val="dk1"/>
                </a:solidFill>
                <a:latin typeface="Calibri"/>
                <a:ea typeface="Calibri"/>
                <a:cs typeface="Calibri"/>
                <a:sym typeface="Calibri"/>
              </a:defRPr>
            </a:lvl2pPr>
            <a:lvl3pPr lvl="2" marR="0" algn="l">
              <a:lnSpc>
                <a:spcPct val="100000"/>
              </a:lnSpc>
              <a:spcBef>
                <a:spcPts val="0"/>
              </a:spcBef>
              <a:spcAft>
                <a:spcPts val="0"/>
              </a:spcAft>
              <a:buClr>
                <a:schemeClr val="dk1"/>
              </a:buClr>
              <a:buSzPts val="1800"/>
              <a:buFont typeface="Calibri"/>
              <a:buNone/>
              <a:defRPr b="0" i="0" sz="1800" u="none" cap="none" strike="noStrike">
                <a:solidFill>
                  <a:schemeClr val="dk1"/>
                </a:solidFill>
                <a:latin typeface="Calibri"/>
                <a:ea typeface="Calibri"/>
                <a:cs typeface="Calibri"/>
                <a:sym typeface="Calibri"/>
              </a:defRPr>
            </a:lvl3pPr>
            <a:lvl4pPr lvl="3" marR="0" algn="l">
              <a:lnSpc>
                <a:spcPct val="100000"/>
              </a:lnSpc>
              <a:spcBef>
                <a:spcPts val="0"/>
              </a:spcBef>
              <a:spcAft>
                <a:spcPts val="0"/>
              </a:spcAft>
              <a:buClr>
                <a:schemeClr val="dk1"/>
              </a:buClr>
              <a:buSzPts val="1800"/>
              <a:buFont typeface="Calibri"/>
              <a:buNone/>
              <a:defRPr b="0" i="0" sz="1800" u="none" cap="none" strike="noStrike">
                <a:solidFill>
                  <a:schemeClr val="dk1"/>
                </a:solidFill>
                <a:latin typeface="Calibri"/>
                <a:ea typeface="Calibri"/>
                <a:cs typeface="Calibri"/>
                <a:sym typeface="Calibri"/>
              </a:defRPr>
            </a:lvl4pPr>
            <a:lvl5pPr lvl="4" marR="0" algn="l">
              <a:lnSpc>
                <a:spcPct val="100000"/>
              </a:lnSpc>
              <a:spcBef>
                <a:spcPts val="0"/>
              </a:spcBef>
              <a:spcAft>
                <a:spcPts val="0"/>
              </a:spcAft>
              <a:buClr>
                <a:schemeClr val="dk1"/>
              </a:buClr>
              <a:buSzPts val="1800"/>
              <a:buFont typeface="Calibri"/>
              <a:buNone/>
              <a:defRPr b="0" i="0" sz="1800" u="none" cap="none" strike="noStrike">
                <a:solidFill>
                  <a:schemeClr val="dk1"/>
                </a:solidFill>
                <a:latin typeface="Calibri"/>
                <a:ea typeface="Calibri"/>
                <a:cs typeface="Calibri"/>
                <a:sym typeface="Calibri"/>
              </a:defRPr>
            </a:lvl5pPr>
            <a:lvl6pPr lvl="5" marR="0" algn="l">
              <a:lnSpc>
                <a:spcPct val="100000"/>
              </a:lnSpc>
              <a:spcBef>
                <a:spcPts val="0"/>
              </a:spcBef>
              <a:spcAft>
                <a:spcPts val="0"/>
              </a:spcAft>
              <a:buClr>
                <a:schemeClr val="dk1"/>
              </a:buClr>
              <a:buSzPts val="1800"/>
              <a:buFont typeface="Calibri"/>
              <a:buNone/>
              <a:defRPr b="0" i="0" sz="1800" u="none" cap="none" strike="noStrike">
                <a:solidFill>
                  <a:schemeClr val="dk1"/>
                </a:solidFill>
                <a:latin typeface="Calibri"/>
                <a:ea typeface="Calibri"/>
                <a:cs typeface="Calibri"/>
                <a:sym typeface="Calibri"/>
              </a:defRPr>
            </a:lvl6pPr>
            <a:lvl7pPr lvl="6" marR="0" algn="l">
              <a:lnSpc>
                <a:spcPct val="100000"/>
              </a:lnSpc>
              <a:spcBef>
                <a:spcPts val="0"/>
              </a:spcBef>
              <a:spcAft>
                <a:spcPts val="0"/>
              </a:spcAft>
              <a:buClr>
                <a:schemeClr val="dk1"/>
              </a:buClr>
              <a:buSzPts val="1800"/>
              <a:buFont typeface="Calibri"/>
              <a:buNone/>
              <a:defRPr b="0" i="0" sz="1800" u="none" cap="none" strike="noStrike">
                <a:solidFill>
                  <a:schemeClr val="dk1"/>
                </a:solidFill>
                <a:latin typeface="Calibri"/>
                <a:ea typeface="Calibri"/>
                <a:cs typeface="Calibri"/>
                <a:sym typeface="Calibri"/>
              </a:defRPr>
            </a:lvl7pPr>
            <a:lvl8pPr lvl="7" marR="0" algn="l">
              <a:lnSpc>
                <a:spcPct val="100000"/>
              </a:lnSpc>
              <a:spcBef>
                <a:spcPts val="0"/>
              </a:spcBef>
              <a:spcAft>
                <a:spcPts val="0"/>
              </a:spcAft>
              <a:buClr>
                <a:schemeClr val="dk1"/>
              </a:buClr>
              <a:buSzPts val="1800"/>
              <a:buFont typeface="Calibri"/>
              <a:buNone/>
              <a:defRPr b="0" i="0" sz="1800" u="none" cap="none" strike="noStrike">
                <a:solidFill>
                  <a:schemeClr val="dk1"/>
                </a:solidFill>
                <a:latin typeface="Calibri"/>
                <a:ea typeface="Calibri"/>
                <a:cs typeface="Calibri"/>
                <a:sym typeface="Calibri"/>
              </a:defRPr>
            </a:lvl8pPr>
            <a:lvl9pPr lvl="8" marR="0" algn="l">
              <a:lnSpc>
                <a:spcPct val="100000"/>
              </a:lnSpc>
              <a:spcBef>
                <a:spcPts val="0"/>
              </a:spcBef>
              <a:spcAft>
                <a:spcPts val="0"/>
              </a:spcAft>
              <a:buClr>
                <a:schemeClr val="dk1"/>
              </a:buClr>
              <a:buSzPts val="1800"/>
              <a:buFont typeface="Calibri"/>
              <a:buNone/>
              <a:defRPr b="0" i="0" sz="1800" u="none" cap="none" strike="noStrike">
                <a:solidFill>
                  <a:schemeClr val="dk1"/>
                </a:solidFill>
                <a:latin typeface="Calibri"/>
                <a:ea typeface="Calibri"/>
                <a:cs typeface="Calibri"/>
                <a:sym typeface="Calibri"/>
              </a:defRPr>
            </a:lvl9pPr>
          </a:lstStyle>
          <a:p/>
        </p:txBody>
      </p:sp>
      <p:sp>
        <p:nvSpPr>
          <p:cNvPr id="58" name="Google Shape;58;p14"/>
          <p:cNvSpPr txBox="1"/>
          <p:nvPr>
            <p:ph idx="11" type="ftr"/>
          </p:nvPr>
        </p:nvSpPr>
        <p:spPr>
          <a:xfrm>
            <a:off x="3124200" y="4767262"/>
            <a:ext cx="2895600" cy="273900"/>
          </a:xfrm>
          <a:prstGeom prst="rect">
            <a:avLst/>
          </a:prstGeom>
          <a:noFill/>
          <a:ln>
            <a:noFill/>
          </a:ln>
        </p:spPr>
        <p:txBody>
          <a:bodyPr anchorCtr="0" anchor="ctr" bIns="91425" lIns="91425" spcFirstLastPara="1" rIns="91425" wrap="square" tIns="91425">
            <a:noAutofit/>
          </a:bodyPr>
          <a:lstStyle>
            <a:lvl1pPr lvl="0" marR="0" algn="ct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1pPr>
            <a:lvl2pPr lvl="1" marR="0" algn="l">
              <a:lnSpc>
                <a:spcPct val="100000"/>
              </a:lnSpc>
              <a:spcBef>
                <a:spcPts val="0"/>
              </a:spcBef>
              <a:spcAft>
                <a:spcPts val="0"/>
              </a:spcAft>
              <a:buClr>
                <a:schemeClr val="dk1"/>
              </a:buClr>
              <a:buSzPts val="1800"/>
              <a:buFont typeface="Calibri"/>
              <a:buNone/>
              <a:defRPr b="0" i="0" sz="1800" u="none" cap="none" strike="noStrike">
                <a:solidFill>
                  <a:schemeClr val="dk1"/>
                </a:solidFill>
                <a:latin typeface="Calibri"/>
                <a:ea typeface="Calibri"/>
                <a:cs typeface="Calibri"/>
                <a:sym typeface="Calibri"/>
              </a:defRPr>
            </a:lvl2pPr>
            <a:lvl3pPr lvl="2" marR="0" algn="l">
              <a:lnSpc>
                <a:spcPct val="100000"/>
              </a:lnSpc>
              <a:spcBef>
                <a:spcPts val="0"/>
              </a:spcBef>
              <a:spcAft>
                <a:spcPts val="0"/>
              </a:spcAft>
              <a:buClr>
                <a:schemeClr val="dk1"/>
              </a:buClr>
              <a:buSzPts val="1800"/>
              <a:buFont typeface="Calibri"/>
              <a:buNone/>
              <a:defRPr b="0" i="0" sz="1800" u="none" cap="none" strike="noStrike">
                <a:solidFill>
                  <a:schemeClr val="dk1"/>
                </a:solidFill>
                <a:latin typeface="Calibri"/>
                <a:ea typeface="Calibri"/>
                <a:cs typeface="Calibri"/>
                <a:sym typeface="Calibri"/>
              </a:defRPr>
            </a:lvl3pPr>
            <a:lvl4pPr lvl="3" marR="0" algn="l">
              <a:lnSpc>
                <a:spcPct val="100000"/>
              </a:lnSpc>
              <a:spcBef>
                <a:spcPts val="0"/>
              </a:spcBef>
              <a:spcAft>
                <a:spcPts val="0"/>
              </a:spcAft>
              <a:buClr>
                <a:schemeClr val="dk1"/>
              </a:buClr>
              <a:buSzPts val="1800"/>
              <a:buFont typeface="Calibri"/>
              <a:buNone/>
              <a:defRPr b="0" i="0" sz="1800" u="none" cap="none" strike="noStrike">
                <a:solidFill>
                  <a:schemeClr val="dk1"/>
                </a:solidFill>
                <a:latin typeface="Calibri"/>
                <a:ea typeface="Calibri"/>
                <a:cs typeface="Calibri"/>
                <a:sym typeface="Calibri"/>
              </a:defRPr>
            </a:lvl4pPr>
            <a:lvl5pPr lvl="4" marR="0" algn="l">
              <a:lnSpc>
                <a:spcPct val="100000"/>
              </a:lnSpc>
              <a:spcBef>
                <a:spcPts val="0"/>
              </a:spcBef>
              <a:spcAft>
                <a:spcPts val="0"/>
              </a:spcAft>
              <a:buClr>
                <a:schemeClr val="dk1"/>
              </a:buClr>
              <a:buSzPts val="1800"/>
              <a:buFont typeface="Calibri"/>
              <a:buNone/>
              <a:defRPr b="0" i="0" sz="1800" u="none" cap="none" strike="noStrike">
                <a:solidFill>
                  <a:schemeClr val="dk1"/>
                </a:solidFill>
                <a:latin typeface="Calibri"/>
                <a:ea typeface="Calibri"/>
                <a:cs typeface="Calibri"/>
                <a:sym typeface="Calibri"/>
              </a:defRPr>
            </a:lvl5pPr>
            <a:lvl6pPr lvl="5" marR="0" algn="l">
              <a:lnSpc>
                <a:spcPct val="100000"/>
              </a:lnSpc>
              <a:spcBef>
                <a:spcPts val="0"/>
              </a:spcBef>
              <a:spcAft>
                <a:spcPts val="0"/>
              </a:spcAft>
              <a:buClr>
                <a:schemeClr val="dk1"/>
              </a:buClr>
              <a:buSzPts val="1800"/>
              <a:buFont typeface="Calibri"/>
              <a:buNone/>
              <a:defRPr b="0" i="0" sz="1800" u="none" cap="none" strike="noStrike">
                <a:solidFill>
                  <a:schemeClr val="dk1"/>
                </a:solidFill>
                <a:latin typeface="Calibri"/>
                <a:ea typeface="Calibri"/>
                <a:cs typeface="Calibri"/>
                <a:sym typeface="Calibri"/>
              </a:defRPr>
            </a:lvl6pPr>
            <a:lvl7pPr lvl="6" marR="0" algn="l">
              <a:lnSpc>
                <a:spcPct val="100000"/>
              </a:lnSpc>
              <a:spcBef>
                <a:spcPts val="0"/>
              </a:spcBef>
              <a:spcAft>
                <a:spcPts val="0"/>
              </a:spcAft>
              <a:buClr>
                <a:schemeClr val="dk1"/>
              </a:buClr>
              <a:buSzPts val="1800"/>
              <a:buFont typeface="Calibri"/>
              <a:buNone/>
              <a:defRPr b="0" i="0" sz="1800" u="none" cap="none" strike="noStrike">
                <a:solidFill>
                  <a:schemeClr val="dk1"/>
                </a:solidFill>
                <a:latin typeface="Calibri"/>
                <a:ea typeface="Calibri"/>
                <a:cs typeface="Calibri"/>
                <a:sym typeface="Calibri"/>
              </a:defRPr>
            </a:lvl7pPr>
            <a:lvl8pPr lvl="7" marR="0" algn="l">
              <a:lnSpc>
                <a:spcPct val="100000"/>
              </a:lnSpc>
              <a:spcBef>
                <a:spcPts val="0"/>
              </a:spcBef>
              <a:spcAft>
                <a:spcPts val="0"/>
              </a:spcAft>
              <a:buClr>
                <a:schemeClr val="dk1"/>
              </a:buClr>
              <a:buSzPts val="1800"/>
              <a:buFont typeface="Calibri"/>
              <a:buNone/>
              <a:defRPr b="0" i="0" sz="1800" u="none" cap="none" strike="noStrike">
                <a:solidFill>
                  <a:schemeClr val="dk1"/>
                </a:solidFill>
                <a:latin typeface="Calibri"/>
                <a:ea typeface="Calibri"/>
                <a:cs typeface="Calibri"/>
                <a:sym typeface="Calibri"/>
              </a:defRPr>
            </a:lvl8pPr>
            <a:lvl9pPr lvl="8" marR="0" algn="l">
              <a:lnSpc>
                <a:spcPct val="100000"/>
              </a:lnSpc>
              <a:spcBef>
                <a:spcPts val="0"/>
              </a:spcBef>
              <a:spcAft>
                <a:spcPts val="0"/>
              </a:spcAft>
              <a:buClr>
                <a:schemeClr val="dk1"/>
              </a:buClr>
              <a:buSzPts val="1800"/>
              <a:buFont typeface="Calibri"/>
              <a:buNone/>
              <a:defRPr b="0" i="0" sz="1800" u="none" cap="none" strike="noStrike">
                <a:solidFill>
                  <a:schemeClr val="dk1"/>
                </a:solidFill>
                <a:latin typeface="Calibri"/>
                <a:ea typeface="Calibri"/>
                <a:cs typeface="Calibri"/>
                <a:sym typeface="Calibri"/>
              </a:defRPr>
            </a:lvl9pPr>
          </a:lstStyle>
          <a:p/>
        </p:txBody>
      </p:sp>
      <p:sp>
        <p:nvSpPr>
          <p:cNvPr id="59" name="Google Shape;59;p14"/>
          <p:cNvSpPr txBox="1"/>
          <p:nvPr>
            <p:ph idx="12" type="sldNum"/>
          </p:nvPr>
        </p:nvSpPr>
        <p:spPr>
          <a:xfrm>
            <a:off x="6553200" y="4767262"/>
            <a:ext cx="2133600" cy="2739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88888"/>
              </a:buClr>
              <a:buSzPts val="300"/>
              <a:buFont typeface="Calibri"/>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888888"/>
              </a:buClr>
              <a:buSzPts val="300"/>
              <a:buFont typeface="Calibri"/>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888888"/>
              </a:buClr>
              <a:buSzPts val="300"/>
              <a:buFont typeface="Calibri"/>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888888"/>
              </a:buClr>
              <a:buSzPts val="300"/>
              <a:buFont typeface="Calibri"/>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888888"/>
              </a:buClr>
              <a:buSzPts val="300"/>
              <a:buFont typeface="Calibri"/>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888888"/>
              </a:buClr>
              <a:buSzPts val="300"/>
              <a:buFont typeface="Calibri"/>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888888"/>
              </a:buClr>
              <a:buSzPts val="300"/>
              <a:buFont typeface="Calibri"/>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888888"/>
              </a:buClr>
              <a:buSzPts val="300"/>
              <a:buFont typeface="Calibri"/>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888888"/>
              </a:buClr>
              <a:buSzPts val="300"/>
              <a:buFont typeface="Calibri"/>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sp>
        <p:nvSpPr>
          <p:cNvPr id="60" name="Google Shape;60;p14"/>
          <p:cNvSpPr txBox="1"/>
          <p:nvPr>
            <p:ph idx="1" type="body"/>
          </p:nvPr>
        </p:nvSpPr>
        <p:spPr>
          <a:xfrm>
            <a:off x="1481137" y="2138361"/>
            <a:ext cx="6435600" cy="1121700"/>
          </a:xfrm>
          <a:prstGeom prst="rect">
            <a:avLst/>
          </a:prstGeom>
          <a:noFill/>
          <a:ln>
            <a:noFill/>
          </a:ln>
        </p:spPr>
        <p:txBody>
          <a:bodyPr anchorCtr="0" anchor="t" bIns="91425" lIns="91425" spcFirstLastPara="1" rIns="91425" wrap="square" tIns="91425">
            <a:noAutofit/>
          </a:bodyPr>
          <a:lstStyle>
            <a:lvl1pPr indent="-228600" lvl="0" marL="457200" marR="0" algn="ctr">
              <a:lnSpc>
                <a:spcPct val="100000"/>
              </a:lnSpc>
              <a:spcBef>
                <a:spcPts val="700"/>
              </a:spcBef>
              <a:spcAft>
                <a:spcPts val="0"/>
              </a:spcAft>
              <a:buClr>
                <a:schemeClr val="dk2"/>
              </a:buClr>
              <a:buSzPts val="3500"/>
              <a:buFont typeface="Arial"/>
              <a:buNone/>
              <a:defRPr b="1" i="0" sz="3500" u="none" cap="none" strike="noStrike">
                <a:solidFill>
                  <a:schemeClr val="dk2"/>
                </a:solidFill>
                <a:latin typeface="Calibri"/>
                <a:ea typeface="Calibri"/>
                <a:cs typeface="Calibri"/>
                <a:sym typeface="Calibri"/>
              </a:defRPr>
            </a:lvl1pPr>
            <a:lvl2pPr indent="-355600" lvl="1" marL="914400" marR="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2pPr>
            <a:lvl3pPr indent="-342900" lvl="2" marL="1371600" marR="0" algn="l">
              <a:lnSpc>
                <a:spcPct val="100000"/>
              </a:lnSpc>
              <a:spcBef>
                <a:spcPts val="36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3pPr>
            <a:lvl4pPr indent="-330200" lvl="3" marL="1828800" marR="0" algn="l">
              <a:lnSpc>
                <a:spcPct val="100000"/>
              </a:lnSpc>
              <a:spcBef>
                <a:spcPts val="320"/>
              </a:spcBef>
              <a:spcAft>
                <a:spcPts val="0"/>
              </a:spcAft>
              <a:buClr>
                <a:schemeClr val="dk1"/>
              </a:buClr>
              <a:buSzPts val="1600"/>
              <a:buFont typeface="Arial"/>
              <a:buChar char="–"/>
              <a:defRPr b="0" i="0" sz="1600" u="none" cap="none" strike="noStrike">
                <a:solidFill>
                  <a:schemeClr val="dk1"/>
                </a:solidFill>
                <a:latin typeface="Calibri"/>
                <a:ea typeface="Calibri"/>
                <a:cs typeface="Calibri"/>
                <a:sym typeface="Calibri"/>
              </a:defRPr>
            </a:lvl4pPr>
            <a:lvl5pPr indent="-330200" lvl="4" marL="2286000" marR="0" algn="l">
              <a:lnSpc>
                <a:spcPct val="100000"/>
              </a:lnSpc>
              <a:spcBef>
                <a:spcPts val="320"/>
              </a:spcBef>
              <a:spcAft>
                <a:spcPts val="0"/>
              </a:spcAft>
              <a:buClr>
                <a:schemeClr val="dk1"/>
              </a:buClr>
              <a:buSzPts val="1600"/>
              <a:buFont typeface="Arial"/>
              <a:buChar char="»"/>
              <a:defRPr b="0" i="0" sz="1600" u="none" cap="none" strike="noStrike">
                <a:solidFill>
                  <a:schemeClr val="dk1"/>
                </a:solidFill>
                <a:latin typeface="Calibri"/>
                <a:ea typeface="Calibri"/>
                <a:cs typeface="Calibri"/>
                <a:sym typeface="Calibri"/>
              </a:defRPr>
            </a:lvl5pPr>
            <a:lvl6pPr indent="-355600" lvl="5" marL="2743200" marR="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2.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xml"/><Relationship Id="rId3" Type="http://schemas.openxmlformats.org/officeDocument/2006/relationships/image" Target="../media/image5.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 Id="rId3" Type="http://schemas.openxmlformats.org/officeDocument/2006/relationships/image" Target="../media/image5.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xml"/><Relationship Id="rId3" Type="http://schemas.openxmlformats.org/officeDocument/2006/relationships/image" Target="../media/image5.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xml"/><Relationship Id="rId3" Type="http://schemas.openxmlformats.org/officeDocument/2006/relationships/image" Target="../media/image5.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xml"/><Relationship Id="rId3" Type="http://schemas.openxmlformats.org/officeDocument/2006/relationships/image" Target="../media/image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xml"/><Relationship Id="rId3" Type="http://schemas.openxmlformats.org/officeDocument/2006/relationships/image" Target="../media/image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xml"/><Relationship Id="rId3" Type="http://schemas.openxmlformats.org/officeDocument/2006/relationships/image" Target="../media/image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8.xml"/><Relationship Id="rId3" Type="http://schemas.openxmlformats.org/officeDocument/2006/relationships/image" Target="../media/image5.png"/><Relationship Id="rId4" Type="http://schemas.openxmlformats.org/officeDocument/2006/relationships/image" Target="../media/image6.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9.xml"/><Relationship Id="rId3" Type="http://schemas.openxmlformats.org/officeDocument/2006/relationships/image" Target="../media/image5.png"/><Relationship Id="rId4" Type="http://schemas.openxmlformats.org/officeDocument/2006/relationships/image" Target="../media/image9.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0.xml"/><Relationship Id="rId3" Type="http://schemas.openxmlformats.org/officeDocument/2006/relationships/image" Target="../media/image5.png"/><Relationship Id="rId4" Type="http://schemas.openxmlformats.org/officeDocument/2006/relationships/image" Target="../media/image3.png"/><Relationship Id="rId5" Type="http://schemas.openxmlformats.org/officeDocument/2006/relationships/image" Target="../media/image1.png"/><Relationship Id="rId6" Type="http://schemas.openxmlformats.org/officeDocument/2006/relationships/image" Target="../media/image2.png"/><Relationship Id="rId7" Type="http://schemas.openxmlformats.org/officeDocument/2006/relationships/image" Target="../media/image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1.xml"/><Relationship Id="rId3" Type="http://schemas.openxmlformats.org/officeDocument/2006/relationships/image" Target="../media/image5.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2.xml"/><Relationship Id="rId3" Type="http://schemas.openxmlformats.org/officeDocument/2006/relationships/image" Target="../media/image5.png"/><Relationship Id="rId4" Type="http://schemas.openxmlformats.org/officeDocument/2006/relationships/image" Target="../media/image12.png"/><Relationship Id="rId5" Type="http://schemas.openxmlformats.org/officeDocument/2006/relationships/image" Target="../media/image8.png"/><Relationship Id="rId6" Type="http://schemas.openxmlformats.org/officeDocument/2006/relationships/image" Target="../media/image10.png"/><Relationship Id="rId7" Type="http://schemas.openxmlformats.org/officeDocument/2006/relationships/image" Target="../media/image13.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3.xml"/><Relationship Id="rId3" Type="http://schemas.openxmlformats.org/officeDocument/2006/relationships/image" Target="../media/image5.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4.xml"/><Relationship Id="rId3" Type="http://schemas.openxmlformats.org/officeDocument/2006/relationships/image" Target="../media/image5.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5.xml"/><Relationship Id="rId3" Type="http://schemas.openxmlformats.org/officeDocument/2006/relationships/image" Target="../media/image5.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6.xml"/><Relationship Id="rId3" Type="http://schemas.openxmlformats.org/officeDocument/2006/relationships/image" Target="../media/image5.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7.xml"/><Relationship Id="rId3" Type="http://schemas.openxmlformats.org/officeDocument/2006/relationships/image" Target="../media/image5.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8.xml"/><Relationship Id="rId3" Type="http://schemas.openxmlformats.org/officeDocument/2006/relationships/image" Target="../media/image5.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9.xml"/><Relationship Id="rId3" Type="http://schemas.openxmlformats.org/officeDocument/2006/relationships/image" Target="../media/image5.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0.xml"/><Relationship Id="rId3" Type="http://schemas.openxmlformats.org/officeDocument/2006/relationships/image" Target="../media/image5.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1.xml"/><Relationship Id="rId3" Type="http://schemas.openxmlformats.org/officeDocument/2006/relationships/image" Target="../media/image5.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2.xml"/><Relationship Id="rId3" Type="http://schemas.openxmlformats.org/officeDocument/2006/relationships/image" Target="../media/image5.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3.xml"/><Relationship Id="rId3" Type="http://schemas.openxmlformats.org/officeDocument/2006/relationships/image" Target="../media/image5.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4.xml"/><Relationship Id="rId3" Type="http://schemas.openxmlformats.org/officeDocument/2006/relationships/image" Target="../media/image5.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5.xml"/><Relationship Id="rId3" Type="http://schemas.openxmlformats.org/officeDocument/2006/relationships/image" Target="../media/image5.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6.xml"/><Relationship Id="rId3" Type="http://schemas.openxmlformats.org/officeDocument/2006/relationships/image" Target="../media/image5.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7.xml"/><Relationship Id="rId3" Type="http://schemas.openxmlformats.org/officeDocument/2006/relationships/image" Target="../media/image5.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8.xml"/><Relationship Id="rId3" Type="http://schemas.openxmlformats.org/officeDocument/2006/relationships/image" Target="../media/image5.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9.xml"/><Relationship Id="rId3" Type="http://schemas.openxmlformats.org/officeDocument/2006/relationships/image" Target="../media/image5.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0.xml"/><Relationship Id="rId3" Type="http://schemas.openxmlformats.org/officeDocument/2006/relationships/image" Target="../media/image5.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1.xml"/><Relationship Id="rId3" Type="http://schemas.openxmlformats.org/officeDocument/2006/relationships/image" Target="../media/image5.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2.xml"/><Relationship Id="rId3" Type="http://schemas.openxmlformats.org/officeDocument/2006/relationships/image" Target="../media/image5.png"/><Relationship Id="rId4" Type="http://schemas.openxmlformats.org/officeDocument/2006/relationships/image" Target="../media/image11.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3.xml"/><Relationship Id="rId3" Type="http://schemas.openxmlformats.org/officeDocument/2006/relationships/image" Target="../media/image5.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4.xml"/><Relationship Id="rId3" Type="http://schemas.openxmlformats.org/officeDocument/2006/relationships/image" Target="../media/image5.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5.xml"/><Relationship Id="rId3" Type="http://schemas.openxmlformats.org/officeDocument/2006/relationships/image" Target="../media/image5.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6.xml"/><Relationship Id="rId3" Type="http://schemas.openxmlformats.org/officeDocument/2006/relationships/hyperlink" Target="https://www.w3schools.com/xml/tryit.asp?filename=tryajax_first" TargetMode="External"/><Relationship Id="rId4" Type="http://schemas.openxmlformats.org/officeDocument/2006/relationships/image" Target="../media/image5.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7.xml"/><Relationship Id="rId3" Type="http://schemas.openxmlformats.org/officeDocument/2006/relationships/image" Target="../media/image5.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8.xml"/><Relationship Id="rId3" Type="http://schemas.openxmlformats.org/officeDocument/2006/relationships/hyperlink" Target="https://docs.google.com/document/d/1AMShmgeqPNAlOMxF7cmaJS_zr5qajtoCLCTAdtSgIwY/edit?tab=t.0"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 name="Shape 64"/>
        <p:cNvGrpSpPr/>
        <p:nvPr/>
      </p:nvGrpSpPr>
      <p:grpSpPr>
        <a:xfrm>
          <a:off x="0" y="0"/>
          <a:ext cx="0" cy="0"/>
          <a:chOff x="0" y="0"/>
          <a:chExt cx="0" cy="0"/>
        </a:xfrm>
      </p:grpSpPr>
      <p:sp>
        <p:nvSpPr>
          <p:cNvPr id="65" name="Google Shape;65;p15"/>
          <p:cNvSpPr txBox="1"/>
          <p:nvPr>
            <p:ph idx="1" type="body"/>
          </p:nvPr>
        </p:nvSpPr>
        <p:spPr>
          <a:xfrm>
            <a:off x="1481137" y="1310183"/>
            <a:ext cx="6435600" cy="19497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100"/>
              <a:buFont typeface="Arial"/>
              <a:buNone/>
            </a:pPr>
            <a:r>
              <a:rPr lang="en">
                <a:solidFill>
                  <a:schemeClr val="dk1"/>
                </a:solidFill>
                <a:latin typeface="Trebuchet MS"/>
                <a:ea typeface="Trebuchet MS"/>
                <a:cs typeface="Trebuchet MS"/>
                <a:sym typeface="Trebuchet MS"/>
              </a:rPr>
              <a:t>ES5: JS Essentials &amp; JS Behind the Scenes</a:t>
            </a:r>
            <a:endParaRPr sz="6600">
              <a:solidFill>
                <a:schemeClr val="dk1"/>
              </a:solidFill>
              <a:latin typeface="Trebuchet MS"/>
              <a:ea typeface="Trebuchet MS"/>
              <a:cs typeface="Trebuchet MS"/>
              <a:sym typeface="Trebuchet MS"/>
            </a:endParaRPr>
          </a:p>
        </p:txBody>
      </p:sp>
      <p:pic>
        <p:nvPicPr>
          <p:cNvPr id="66" name="Google Shape;66;p15"/>
          <p:cNvPicPr preferRelativeResize="0"/>
          <p:nvPr/>
        </p:nvPicPr>
        <p:blipFill>
          <a:blip r:embed="rId3">
            <a:alphaModFix/>
          </a:blip>
          <a:stretch>
            <a:fillRect/>
          </a:stretch>
        </p:blipFill>
        <p:spPr>
          <a:xfrm>
            <a:off x="6959275" y="116633"/>
            <a:ext cx="2009775" cy="438150"/>
          </a:xfrm>
          <a:prstGeom prst="rect">
            <a:avLst/>
          </a:prstGeom>
          <a:noFill/>
          <a:ln>
            <a:noFill/>
          </a:ln>
        </p:spPr>
      </p:pic>
      <p:sp>
        <p:nvSpPr>
          <p:cNvPr id="67" name="Google Shape;67;p15"/>
          <p:cNvSpPr txBox="1"/>
          <p:nvPr/>
        </p:nvSpPr>
        <p:spPr>
          <a:xfrm>
            <a:off x="6774425" y="4373725"/>
            <a:ext cx="2369700" cy="769800"/>
          </a:xfrm>
          <a:prstGeom prst="rect">
            <a:avLst/>
          </a:prstGeom>
          <a:noFill/>
          <a:ln>
            <a:noFill/>
          </a:ln>
        </p:spPr>
        <p:txBody>
          <a:bodyPr anchorCtr="0" anchor="t" bIns="91425" lIns="91425" spcFirstLastPara="1" rIns="91425" wrap="square" tIns="91425">
            <a:noAutofit/>
          </a:bodyPr>
          <a:lstStyle/>
          <a:p>
            <a:pPr indent="-342900" lvl="0" marL="457200" rtl="0" algn="l">
              <a:spcBef>
                <a:spcPts val="0"/>
              </a:spcBef>
              <a:spcAft>
                <a:spcPts val="0"/>
              </a:spcAft>
              <a:buClr>
                <a:schemeClr val="dk2"/>
              </a:buClr>
              <a:buSzPts val="1800"/>
              <a:buFont typeface="Calibri"/>
              <a:buChar char="-"/>
            </a:pPr>
            <a:r>
              <a:rPr lang="en" sz="1800">
                <a:solidFill>
                  <a:schemeClr val="dk2"/>
                </a:solidFill>
                <a:latin typeface="Calibri"/>
                <a:ea typeface="Calibri"/>
                <a:cs typeface="Calibri"/>
                <a:sym typeface="Calibri"/>
              </a:rPr>
              <a:t>Himanshu</a:t>
            </a:r>
            <a:endParaRPr sz="1800">
              <a:solidFill>
                <a:schemeClr val="dk2"/>
              </a:solidFill>
              <a:latin typeface="Calibri"/>
              <a:ea typeface="Calibri"/>
              <a:cs typeface="Calibri"/>
              <a:sym typeface="Calibri"/>
            </a:endParaRPr>
          </a:p>
        </p:txBody>
      </p:sp>
    </p:spTree>
  </p:cSld>
  <p:clrMapOvr>
    <a:masterClrMapping/>
  </p:clrMapOvr>
  <p:transition>
    <p:fade/>
  </p:transition>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 name="Shape 71"/>
        <p:cNvGrpSpPr/>
        <p:nvPr/>
      </p:nvGrpSpPr>
      <p:grpSpPr>
        <a:xfrm>
          <a:off x="0" y="0"/>
          <a:ext cx="0" cy="0"/>
          <a:chOff x="0" y="0"/>
          <a:chExt cx="0" cy="0"/>
        </a:xfrm>
      </p:grpSpPr>
      <p:sp>
        <p:nvSpPr>
          <p:cNvPr id="72" name="Google Shape;72;p16"/>
          <p:cNvSpPr txBox="1"/>
          <p:nvPr>
            <p:ph type="title"/>
          </p:nvPr>
        </p:nvSpPr>
        <p:spPr>
          <a:xfrm>
            <a:off x="280559" y="143301"/>
            <a:ext cx="8564400" cy="5118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900"/>
              <a:buFont typeface="Calibri"/>
              <a:buNone/>
            </a:pPr>
            <a:r>
              <a:rPr b="1" i="0" lang="en" sz="3000" u="none" cap="none" strike="noStrike">
                <a:solidFill>
                  <a:schemeClr val="dk1"/>
                </a:solidFill>
                <a:latin typeface="Trebuchet MS"/>
                <a:ea typeface="Trebuchet MS"/>
                <a:cs typeface="Trebuchet MS"/>
                <a:sym typeface="Trebuchet MS"/>
              </a:rPr>
              <a:t>Agenda</a:t>
            </a:r>
            <a:endParaRPr sz="2200">
              <a:latin typeface="Trebuchet MS"/>
              <a:ea typeface="Trebuchet MS"/>
              <a:cs typeface="Trebuchet MS"/>
              <a:sym typeface="Trebuchet MS"/>
            </a:endParaRPr>
          </a:p>
        </p:txBody>
      </p:sp>
      <p:sp>
        <p:nvSpPr>
          <p:cNvPr id="73" name="Google Shape;73;p16"/>
          <p:cNvSpPr txBox="1"/>
          <p:nvPr>
            <p:ph idx="1" type="body"/>
          </p:nvPr>
        </p:nvSpPr>
        <p:spPr>
          <a:xfrm>
            <a:off x="280559" y="839337"/>
            <a:ext cx="3839400" cy="3755400"/>
          </a:xfrm>
          <a:prstGeom prst="rect">
            <a:avLst/>
          </a:prstGeom>
          <a:noFill/>
          <a:ln>
            <a:noFill/>
          </a:ln>
        </p:spPr>
        <p:txBody>
          <a:bodyPr anchorCtr="0" anchor="t" bIns="45700" lIns="91425" spcFirstLastPara="1" rIns="91425" wrap="square" tIns="45700">
            <a:noAutofit/>
          </a:bodyPr>
          <a:lstStyle/>
          <a:p>
            <a:pPr indent="-355600" lvl="0" marL="457200" rtl="0" algn="l">
              <a:spcBef>
                <a:spcPts val="480"/>
              </a:spcBef>
              <a:spcAft>
                <a:spcPts val="0"/>
              </a:spcAft>
              <a:buSzPts val="2000"/>
              <a:buFont typeface="Trebuchet MS"/>
              <a:buChar char="➢"/>
            </a:pPr>
            <a:r>
              <a:rPr lang="en" sz="2000">
                <a:latin typeface="Trebuchet MS"/>
                <a:ea typeface="Trebuchet MS"/>
                <a:cs typeface="Trebuchet MS"/>
                <a:sym typeface="Trebuchet MS"/>
              </a:rPr>
              <a:t>JS Introduction</a:t>
            </a:r>
            <a:endParaRPr sz="2000">
              <a:latin typeface="Trebuchet MS"/>
              <a:ea typeface="Trebuchet MS"/>
              <a:cs typeface="Trebuchet MS"/>
              <a:sym typeface="Trebuchet MS"/>
            </a:endParaRPr>
          </a:p>
          <a:p>
            <a:pPr indent="-355600" lvl="0" marL="457200" rtl="0" algn="l">
              <a:spcBef>
                <a:spcPts val="0"/>
              </a:spcBef>
              <a:spcAft>
                <a:spcPts val="0"/>
              </a:spcAft>
              <a:buSzPts val="2000"/>
              <a:buFont typeface="Trebuchet MS"/>
              <a:buChar char="➢"/>
            </a:pPr>
            <a:r>
              <a:rPr lang="en" sz="2000">
                <a:latin typeface="Trebuchet MS"/>
                <a:ea typeface="Trebuchet MS"/>
                <a:cs typeface="Trebuchet MS"/>
                <a:sym typeface="Trebuchet MS"/>
              </a:rPr>
              <a:t>Variables </a:t>
            </a:r>
            <a:endParaRPr sz="2000">
              <a:latin typeface="Trebuchet MS"/>
              <a:ea typeface="Trebuchet MS"/>
              <a:cs typeface="Trebuchet MS"/>
              <a:sym typeface="Trebuchet MS"/>
            </a:endParaRPr>
          </a:p>
          <a:p>
            <a:pPr indent="-355600" lvl="0" marL="457200" rtl="0" algn="l">
              <a:spcBef>
                <a:spcPts val="0"/>
              </a:spcBef>
              <a:spcAft>
                <a:spcPts val="0"/>
              </a:spcAft>
              <a:buSzPts val="2000"/>
              <a:buFont typeface="Trebuchet MS"/>
              <a:buChar char="➢"/>
            </a:pPr>
            <a:r>
              <a:rPr lang="en" sz="2000">
                <a:latin typeface="Trebuchet MS"/>
                <a:ea typeface="Trebuchet MS"/>
                <a:cs typeface="Trebuchet MS"/>
                <a:sym typeface="Trebuchet MS"/>
              </a:rPr>
              <a:t>Operators</a:t>
            </a:r>
            <a:endParaRPr sz="2000">
              <a:latin typeface="Trebuchet MS"/>
              <a:ea typeface="Trebuchet MS"/>
              <a:cs typeface="Trebuchet MS"/>
              <a:sym typeface="Trebuchet MS"/>
            </a:endParaRPr>
          </a:p>
          <a:p>
            <a:pPr indent="-355600" lvl="0" marL="457200" rtl="0" algn="l">
              <a:spcBef>
                <a:spcPts val="0"/>
              </a:spcBef>
              <a:spcAft>
                <a:spcPts val="0"/>
              </a:spcAft>
              <a:buSzPts val="2000"/>
              <a:buFont typeface="Trebuchet MS"/>
              <a:buChar char="➢"/>
            </a:pPr>
            <a:r>
              <a:rPr lang="en" sz="2000">
                <a:latin typeface="Trebuchet MS"/>
                <a:ea typeface="Trebuchet MS"/>
                <a:cs typeface="Trebuchet MS"/>
                <a:sym typeface="Trebuchet MS"/>
              </a:rPr>
              <a:t>Conditions &amp; Loops</a:t>
            </a:r>
            <a:endParaRPr sz="2000">
              <a:latin typeface="Trebuchet MS"/>
              <a:ea typeface="Trebuchet MS"/>
              <a:cs typeface="Trebuchet MS"/>
              <a:sym typeface="Trebuchet MS"/>
            </a:endParaRPr>
          </a:p>
          <a:p>
            <a:pPr indent="-355600" lvl="0" marL="457200" rtl="0" algn="l">
              <a:spcBef>
                <a:spcPts val="0"/>
              </a:spcBef>
              <a:spcAft>
                <a:spcPts val="0"/>
              </a:spcAft>
              <a:buSzPts val="2000"/>
              <a:buFont typeface="Trebuchet MS"/>
              <a:buChar char="➢"/>
            </a:pPr>
            <a:r>
              <a:rPr lang="en" sz="2000">
                <a:latin typeface="Trebuchet MS"/>
                <a:ea typeface="Trebuchet MS"/>
                <a:cs typeface="Trebuchet MS"/>
                <a:sym typeface="Trebuchet MS"/>
              </a:rPr>
              <a:t>Array</a:t>
            </a:r>
            <a:endParaRPr sz="1800">
              <a:latin typeface="Trebuchet MS"/>
              <a:ea typeface="Trebuchet MS"/>
              <a:cs typeface="Trebuchet MS"/>
              <a:sym typeface="Trebuchet MS"/>
            </a:endParaRPr>
          </a:p>
          <a:p>
            <a:pPr indent="-355600" lvl="0" marL="457200" rtl="0" algn="l">
              <a:spcBef>
                <a:spcPts val="0"/>
              </a:spcBef>
              <a:spcAft>
                <a:spcPts val="0"/>
              </a:spcAft>
              <a:buSzPts val="2000"/>
              <a:buFont typeface="Trebuchet MS"/>
              <a:buChar char="➢"/>
            </a:pPr>
            <a:r>
              <a:rPr lang="en" sz="2000">
                <a:latin typeface="Trebuchet MS"/>
                <a:ea typeface="Trebuchet MS"/>
                <a:cs typeface="Trebuchet MS"/>
                <a:sym typeface="Trebuchet MS"/>
              </a:rPr>
              <a:t>Object</a:t>
            </a:r>
            <a:endParaRPr sz="2000">
              <a:latin typeface="Trebuchet MS"/>
              <a:ea typeface="Trebuchet MS"/>
              <a:cs typeface="Trebuchet MS"/>
              <a:sym typeface="Trebuchet MS"/>
            </a:endParaRPr>
          </a:p>
          <a:p>
            <a:pPr indent="-355600" lvl="0" marL="457200" rtl="0" algn="l">
              <a:spcBef>
                <a:spcPts val="0"/>
              </a:spcBef>
              <a:spcAft>
                <a:spcPts val="0"/>
              </a:spcAft>
              <a:buSzPts val="2000"/>
              <a:buFont typeface="Trebuchet MS"/>
              <a:buChar char="➢"/>
            </a:pPr>
            <a:r>
              <a:rPr lang="en" sz="2000">
                <a:latin typeface="Trebuchet MS"/>
                <a:ea typeface="Trebuchet MS"/>
                <a:cs typeface="Trebuchet MS"/>
                <a:sym typeface="Trebuchet MS"/>
              </a:rPr>
              <a:t>Global Execution Context And Global Object</a:t>
            </a:r>
            <a:endParaRPr sz="2000">
              <a:latin typeface="Trebuchet MS"/>
              <a:ea typeface="Trebuchet MS"/>
              <a:cs typeface="Trebuchet MS"/>
              <a:sym typeface="Trebuchet MS"/>
            </a:endParaRPr>
          </a:p>
          <a:p>
            <a:pPr indent="0" lvl="0" marL="457200" marR="0" rtl="0" algn="l">
              <a:lnSpc>
                <a:spcPct val="100000"/>
              </a:lnSpc>
              <a:spcBef>
                <a:spcPts val="480"/>
              </a:spcBef>
              <a:spcAft>
                <a:spcPts val="0"/>
              </a:spcAft>
              <a:buNone/>
            </a:pPr>
            <a:r>
              <a:t/>
            </a:r>
            <a:endParaRPr sz="2200">
              <a:latin typeface="Trebuchet MS"/>
              <a:ea typeface="Trebuchet MS"/>
              <a:cs typeface="Trebuchet MS"/>
              <a:sym typeface="Trebuchet MS"/>
            </a:endParaRPr>
          </a:p>
          <a:p>
            <a:pPr indent="0" lvl="0" marL="0" marR="0" rtl="0" algn="l">
              <a:lnSpc>
                <a:spcPct val="100000"/>
              </a:lnSpc>
              <a:spcBef>
                <a:spcPts val="480"/>
              </a:spcBef>
              <a:spcAft>
                <a:spcPts val="0"/>
              </a:spcAft>
              <a:buClr>
                <a:schemeClr val="dk1"/>
              </a:buClr>
              <a:buSzPts val="2400"/>
              <a:buFont typeface="Arial"/>
              <a:buNone/>
            </a:pPr>
            <a:r>
              <a:t/>
            </a:r>
            <a:endParaRPr i="0" sz="2200" u="none" cap="none" strike="noStrike">
              <a:solidFill>
                <a:schemeClr val="dk1"/>
              </a:solidFill>
              <a:latin typeface="Trebuchet MS"/>
              <a:ea typeface="Trebuchet MS"/>
              <a:cs typeface="Trebuchet MS"/>
              <a:sym typeface="Trebuchet MS"/>
            </a:endParaRPr>
          </a:p>
          <a:p>
            <a:pPr indent="-333375" lvl="0" marL="333375" marR="0" rtl="0" algn="l">
              <a:lnSpc>
                <a:spcPct val="100000"/>
              </a:lnSpc>
              <a:spcBef>
                <a:spcPts val="480"/>
              </a:spcBef>
              <a:spcAft>
                <a:spcPts val="0"/>
              </a:spcAft>
              <a:buClr>
                <a:schemeClr val="dk1"/>
              </a:buClr>
              <a:buSzPts val="600"/>
              <a:buFont typeface="Arial"/>
              <a:buNone/>
            </a:pPr>
            <a:r>
              <a:t/>
            </a:r>
            <a:endParaRPr i="0" sz="2200" u="none" cap="none" strike="noStrike">
              <a:solidFill>
                <a:schemeClr val="dk1"/>
              </a:solidFill>
              <a:latin typeface="Trebuchet MS"/>
              <a:ea typeface="Trebuchet MS"/>
              <a:cs typeface="Trebuchet MS"/>
              <a:sym typeface="Trebuchet MS"/>
            </a:endParaRPr>
          </a:p>
          <a:p>
            <a:pPr indent="-333375" lvl="0" marL="333375" marR="0" rtl="0" algn="l">
              <a:lnSpc>
                <a:spcPct val="100000"/>
              </a:lnSpc>
              <a:spcBef>
                <a:spcPts val="480"/>
              </a:spcBef>
              <a:spcAft>
                <a:spcPts val="0"/>
              </a:spcAft>
              <a:buClr>
                <a:schemeClr val="dk1"/>
              </a:buClr>
              <a:buSzPts val="600"/>
              <a:buFont typeface="Arial"/>
              <a:buNone/>
            </a:pPr>
            <a:r>
              <a:t/>
            </a:r>
            <a:endParaRPr i="0" sz="2200" u="none" cap="none" strike="noStrike">
              <a:solidFill>
                <a:schemeClr val="dk1"/>
              </a:solidFill>
              <a:latin typeface="Trebuchet MS"/>
              <a:ea typeface="Trebuchet MS"/>
              <a:cs typeface="Trebuchet MS"/>
              <a:sym typeface="Trebuchet MS"/>
            </a:endParaRPr>
          </a:p>
        </p:txBody>
      </p:sp>
      <p:sp>
        <p:nvSpPr>
          <p:cNvPr id="74" name="Google Shape;74;p16"/>
          <p:cNvSpPr txBox="1"/>
          <p:nvPr/>
        </p:nvSpPr>
        <p:spPr>
          <a:xfrm>
            <a:off x="4410971" y="839337"/>
            <a:ext cx="3839400" cy="3755400"/>
          </a:xfrm>
          <a:prstGeom prst="rect">
            <a:avLst/>
          </a:prstGeom>
          <a:noFill/>
          <a:ln>
            <a:noFill/>
          </a:ln>
        </p:spPr>
        <p:txBody>
          <a:bodyPr anchorCtr="0" anchor="t" bIns="45700" lIns="91425" spcFirstLastPara="1" rIns="91425" wrap="square" tIns="45700">
            <a:noAutofit/>
          </a:bodyPr>
          <a:lstStyle/>
          <a:p>
            <a:pPr indent="-355600" lvl="0" marL="457200" rtl="0" algn="l">
              <a:spcBef>
                <a:spcPts val="0"/>
              </a:spcBef>
              <a:spcAft>
                <a:spcPts val="0"/>
              </a:spcAft>
              <a:buClr>
                <a:schemeClr val="dk1"/>
              </a:buClr>
              <a:buSzPts val="2000"/>
              <a:buFont typeface="Trebuchet MS"/>
              <a:buChar char="➢"/>
            </a:pPr>
            <a:r>
              <a:rPr lang="en" sz="2000">
                <a:solidFill>
                  <a:schemeClr val="dk1"/>
                </a:solidFill>
                <a:latin typeface="Trebuchet MS"/>
                <a:ea typeface="Trebuchet MS"/>
                <a:cs typeface="Trebuchet MS"/>
                <a:sym typeface="Trebuchet MS"/>
              </a:rPr>
              <a:t>Scope</a:t>
            </a:r>
            <a:endParaRPr sz="2000">
              <a:solidFill>
                <a:schemeClr val="dk1"/>
              </a:solidFill>
              <a:latin typeface="Trebuchet MS"/>
              <a:ea typeface="Trebuchet MS"/>
              <a:cs typeface="Trebuchet MS"/>
              <a:sym typeface="Trebuchet MS"/>
            </a:endParaRPr>
          </a:p>
          <a:p>
            <a:pPr indent="-355600" lvl="0" marL="457200" rtl="0" algn="l">
              <a:spcBef>
                <a:spcPts val="0"/>
              </a:spcBef>
              <a:spcAft>
                <a:spcPts val="0"/>
              </a:spcAft>
              <a:buClr>
                <a:schemeClr val="dk1"/>
              </a:buClr>
              <a:buSzPts val="2000"/>
              <a:buFont typeface="Trebuchet MS"/>
              <a:buChar char="➢"/>
            </a:pPr>
            <a:r>
              <a:rPr lang="en" sz="2000">
                <a:solidFill>
                  <a:schemeClr val="dk1"/>
                </a:solidFill>
                <a:latin typeface="Trebuchet MS"/>
                <a:ea typeface="Trebuchet MS"/>
                <a:cs typeface="Trebuchet MS"/>
                <a:sym typeface="Trebuchet MS"/>
              </a:rPr>
              <a:t>Hoisting</a:t>
            </a:r>
            <a:endParaRPr sz="2000">
              <a:solidFill>
                <a:schemeClr val="dk1"/>
              </a:solidFill>
              <a:latin typeface="Trebuchet MS"/>
              <a:ea typeface="Trebuchet MS"/>
              <a:cs typeface="Trebuchet MS"/>
              <a:sym typeface="Trebuchet MS"/>
            </a:endParaRPr>
          </a:p>
          <a:p>
            <a:pPr indent="-355600" lvl="0" marL="457200" rtl="0" algn="l">
              <a:spcBef>
                <a:spcPts val="0"/>
              </a:spcBef>
              <a:spcAft>
                <a:spcPts val="0"/>
              </a:spcAft>
              <a:buClr>
                <a:schemeClr val="dk1"/>
              </a:buClr>
              <a:buSzPts val="2000"/>
              <a:buFont typeface="Trebuchet MS"/>
              <a:buChar char="➢"/>
            </a:pPr>
            <a:r>
              <a:rPr i="1" lang="en" sz="2000">
                <a:solidFill>
                  <a:schemeClr val="dk1"/>
                </a:solidFill>
                <a:latin typeface="Trebuchet MS"/>
                <a:ea typeface="Trebuchet MS"/>
                <a:cs typeface="Trebuchet MS"/>
                <a:sym typeface="Trebuchet MS"/>
              </a:rPr>
              <a:t>this</a:t>
            </a:r>
            <a:r>
              <a:rPr lang="en" sz="2000">
                <a:solidFill>
                  <a:schemeClr val="dk1"/>
                </a:solidFill>
                <a:latin typeface="Trebuchet MS"/>
                <a:ea typeface="Trebuchet MS"/>
                <a:cs typeface="Trebuchet MS"/>
                <a:sym typeface="Trebuchet MS"/>
              </a:rPr>
              <a:t> keyword</a:t>
            </a:r>
            <a:endParaRPr sz="2000">
              <a:solidFill>
                <a:schemeClr val="dk1"/>
              </a:solidFill>
              <a:latin typeface="Trebuchet MS"/>
              <a:ea typeface="Trebuchet MS"/>
              <a:cs typeface="Trebuchet MS"/>
              <a:sym typeface="Trebuchet MS"/>
            </a:endParaRPr>
          </a:p>
          <a:p>
            <a:pPr indent="-381000" lvl="0" marL="457200" rtl="0" algn="l">
              <a:spcBef>
                <a:spcPts val="0"/>
              </a:spcBef>
              <a:spcAft>
                <a:spcPts val="0"/>
              </a:spcAft>
              <a:buClr>
                <a:schemeClr val="dk1"/>
              </a:buClr>
              <a:buSzPts val="2400"/>
              <a:buFont typeface="Trebuchet MS"/>
              <a:buChar char="➢"/>
            </a:pPr>
            <a:r>
              <a:rPr lang="en" sz="2000">
                <a:solidFill>
                  <a:schemeClr val="dk1"/>
                </a:solidFill>
                <a:latin typeface="Trebuchet MS"/>
                <a:ea typeface="Trebuchet MS"/>
                <a:cs typeface="Trebuchet MS"/>
                <a:sym typeface="Trebuchet MS"/>
              </a:rPr>
              <a:t>HTML5 APIs </a:t>
            </a:r>
            <a:r>
              <a:rPr lang="en" sz="1000">
                <a:solidFill>
                  <a:schemeClr val="dk1"/>
                </a:solidFill>
                <a:latin typeface="Trebuchet MS"/>
                <a:ea typeface="Trebuchet MS"/>
                <a:cs typeface="Trebuchet MS"/>
                <a:sym typeface="Trebuchet MS"/>
              </a:rPr>
              <a:t>(Local,Session Storage and Cookies)</a:t>
            </a:r>
            <a:endParaRPr sz="1000">
              <a:solidFill>
                <a:schemeClr val="dk1"/>
              </a:solidFill>
              <a:latin typeface="Trebuchet MS"/>
              <a:ea typeface="Trebuchet MS"/>
              <a:cs typeface="Trebuchet MS"/>
              <a:sym typeface="Trebuchet MS"/>
            </a:endParaRPr>
          </a:p>
          <a:p>
            <a:pPr indent="-355600" lvl="0" marL="457200" rtl="0" algn="l">
              <a:spcBef>
                <a:spcPts val="0"/>
              </a:spcBef>
              <a:spcAft>
                <a:spcPts val="0"/>
              </a:spcAft>
              <a:buClr>
                <a:schemeClr val="dk1"/>
              </a:buClr>
              <a:buSzPts val="2000"/>
              <a:buFont typeface="Trebuchet MS"/>
              <a:buChar char="➢"/>
            </a:pPr>
            <a:r>
              <a:rPr lang="en" sz="2000">
                <a:solidFill>
                  <a:schemeClr val="dk1"/>
                </a:solidFill>
                <a:latin typeface="Trebuchet MS"/>
                <a:ea typeface="Trebuchet MS"/>
                <a:cs typeface="Trebuchet MS"/>
                <a:sym typeface="Trebuchet MS"/>
              </a:rPr>
              <a:t>JSON &amp; AJAX</a:t>
            </a:r>
            <a:endParaRPr sz="2000">
              <a:solidFill>
                <a:schemeClr val="dk1"/>
              </a:solidFill>
              <a:latin typeface="Trebuchet MS"/>
              <a:ea typeface="Trebuchet MS"/>
              <a:cs typeface="Trebuchet MS"/>
              <a:sym typeface="Trebuchet MS"/>
            </a:endParaRPr>
          </a:p>
          <a:p>
            <a:pPr indent="0" lvl="0" marL="457200" marR="0" rtl="0" algn="l">
              <a:lnSpc>
                <a:spcPct val="100000"/>
              </a:lnSpc>
              <a:spcBef>
                <a:spcPts val="0"/>
              </a:spcBef>
              <a:spcAft>
                <a:spcPts val="0"/>
              </a:spcAft>
              <a:buNone/>
            </a:pPr>
            <a:r>
              <a:t/>
            </a:r>
            <a:endParaRPr sz="2400">
              <a:solidFill>
                <a:schemeClr val="dk1"/>
              </a:solidFill>
              <a:latin typeface="Trebuchet MS"/>
              <a:ea typeface="Trebuchet MS"/>
              <a:cs typeface="Trebuchet MS"/>
              <a:sym typeface="Trebuchet MS"/>
            </a:endParaRPr>
          </a:p>
          <a:p>
            <a:pPr indent="-333375" lvl="0" marL="333375" marR="0" rtl="0" algn="l">
              <a:lnSpc>
                <a:spcPct val="100000"/>
              </a:lnSpc>
              <a:spcBef>
                <a:spcPts val="480"/>
              </a:spcBef>
              <a:spcAft>
                <a:spcPts val="0"/>
              </a:spcAft>
              <a:buClr>
                <a:schemeClr val="dk1"/>
              </a:buClr>
              <a:buSzPts val="600"/>
              <a:buFont typeface="Arial"/>
              <a:buNone/>
            </a:pPr>
            <a:r>
              <a:t/>
            </a:r>
            <a:endParaRPr i="0" sz="2400" u="none" cap="none" strike="noStrike">
              <a:solidFill>
                <a:schemeClr val="dk1"/>
              </a:solidFill>
              <a:latin typeface="Trebuchet MS"/>
              <a:ea typeface="Trebuchet MS"/>
              <a:cs typeface="Trebuchet MS"/>
              <a:sym typeface="Trebuchet MS"/>
            </a:endParaRPr>
          </a:p>
        </p:txBody>
      </p:sp>
      <p:pic>
        <p:nvPicPr>
          <p:cNvPr id="75" name="Google Shape;75;p16"/>
          <p:cNvPicPr preferRelativeResize="0"/>
          <p:nvPr/>
        </p:nvPicPr>
        <p:blipFill>
          <a:blip r:embed="rId3">
            <a:alphaModFix/>
          </a:blip>
          <a:stretch>
            <a:fillRect/>
          </a:stretch>
        </p:blipFill>
        <p:spPr>
          <a:xfrm>
            <a:off x="6959275" y="116633"/>
            <a:ext cx="2009775" cy="438150"/>
          </a:xfrm>
          <a:prstGeom prst="rect">
            <a:avLst/>
          </a:prstGeom>
          <a:noFill/>
          <a:ln>
            <a:noFill/>
          </a:ln>
        </p:spPr>
      </p:pic>
    </p:spTree>
  </p:cSld>
  <p:clrMapOvr>
    <a:masterClrMapping/>
  </p:clrMapOvr>
  <p:transition>
    <p:fade/>
  </p:transition>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 name="Shape 79"/>
        <p:cNvGrpSpPr/>
        <p:nvPr/>
      </p:nvGrpSpPr>
      <p:grpSpPr>
        <a:xfrm>
          <a:off x="0" y="0"/>
          <a:ext cx="0" cy="0"/>
          <a:chOff x="0" y="0"/>
          <a:chExt cx="0" cy="0"/>
        </a:xfrm>
      </p:grpSpPr>
      <p:sp>
        <p:nvSpPr>
          <p:cNvPr id="80" name="Google Shape;80;p17"/>
          <p:cNvSpPr txBox="1"/>
          <p:nvPr>
            <p:ph type="title"/>
          </p:nvPr>
        </p:nvSpPr>
        <p:spPr>
          <a:xfrm>
            <a:off x="280559" y="153535"/>
            <a:ext cx="8564400" cy="409500"/>
          </a:xfrm>
          <a:prstGeom prst="rect">
            <a:avLst/>
          </a:prstGeom>
          <a:noFill/>
          <a:ln>
            <a:noFill/>
          </a:ln>
        </p:spPr>
        <p:txBody>
          <a:bodyPr anchorCtr="0" anchor="ctr" bIns="45700" lIns="91425" spcFirstLastPara="1" rIns="91425" wrap="square" tIns="45700">
            <a:noAutofit/>
          </a:bodyPr>
          <a:lstStyle/>
          <a:p>
            <a:pPr indent="0" lvl="0" marL="0" rtl="0" algn="l">
              <a:lnSpc>
                <a:spcPct val="98000"/>
              </a:lnSpc>
              <a:spcBef>
                <a:spcPts val="0"/>
              </a:spcBef>
              <a:spcAft>
                <a:spcPts val="0"/>
              </a:spcAft>
              <a:buClr>
                <a:schemeClr val="dk1"/>
              </a:buClr>
              <a:buSzPts val="1400"/>
              <a:buFont typeface="Calibri"/>
              <a:buNone/>
            </a:pPr>
            <a:r>
              <a:rPr b="1" lang="en" sz="3200">
                <a:latin typeface="Trebuchet MS"/>
                <a:ea typeface="Trebuchet MS"/>
                <a:cs typeface="Trebuchet MS"/>
                <a:sym typeface="Trebuchet MS"/>
              </a:rPr>
              <a:t>What is JavaScript?</a:t>
            </a:r>
            <a:endParaRPr b="1">
              <a:latin typeface="Trebuchet MS"/>
              <a:ea typeface="Trebuchet MS"/>
              <a:cs typeface="Trebuchet MS"/>
              <a:sym typeface="Trebuchet MS"/>
            </a:endParaRPr>
          </a:p>
        </p:txBody>
      </p:sp>
      <p:sp>
        <p:nvSpPr>
          <p:cNvPr id="81" name="Google Shape;81;p17"/>
          <p:cNvSpPr txBox="1"/>
          <p:nvPr>
            <p:ph idx="1" type="body"/>
          </p:nvPr>
        </p:nvSpPr>
        <p:spPr>
          <a:xfrm>
            <a:off x="280559" y="839337"/>
            <a:ext cx="8564400" cy="3755400"/>
          </a:xfrm>
          <a:prstGeom prst="rect">
            <a:avLst/>
          </a:prstGeom>
          <a:noFill/>
          <a:ln>
            <a:noFill/>
          </a:ln>
        </p:spPr>
        <p:txBody>
          <a:bodyPr anchorCtr="0" anchor="t" bIns="45700" lIns="91425" spcFirstLastPara="1" rIns="91425" wrap="square" tIns="45700">
            <a:noAutofit/>
          </a:bodyPr>
          <a:lstStyle/>
          <a:p>
            <a:pPr indent="0" lvl="0" marL="0" rtl="0" algn="just">
              <a:lnSpc>
                <a:spcPct val="98000"/>
              </a:lnSpc>
              <a:spcBef>
                <a:spcPts val="0"/>
              </a:spcBef>
              <a:spcAft>
                <a:spcPts val="0"/>
              </a:spcAft>
              <a:buClr>
                <a:schemeClr val="dk1"/>
              </a:buClr>
              <a:buSzPts val="1400"/>
              <a:buFont typeface="Calibri"/>
              <a:buNone/>
            </a:pPr>
            <a:r>
              <a:rPr b="1" lang="en" sz="1400">
                <a:highlight>
                  <a:srgbClr val="FFFFFF"/>
                </a:highlight>
                <a:latin typeface="Trebuchet MS"/>
                <a:ea typeface="Trebuchet MS"/>
                <a:cs typeface="Trebuchet MS"/>
                <a:sym typeface="Trebuchet MS"/>
              </a:rPr>
              <a:t>JavaScript (JS)</a:t>
            </a:r>
            <a:r>
              <a:rPr lang="en" sz="1400">
                <a:highlight>
                  <a:srgbClr val="FFFFFF"/>
                </a:highlight>
                <a:latin typeface="Trebuchet MS"/>
                <a:ea typeface="Trebuchet MS"/>
                <a:cs typeface="Trebuchet MS"/>
                <a:sym typeface="Trebuchet MS"/>
              </a:rPr>
              <a:t> is a lightweight programming language that runs through </a:t>
            </a:r>
            <a:r>
              <a:rPr b="1" lang="en" sz="1400">
                <a:highlight>
                  <a:srgbClr val="FFFFFF"/>
                </a:highlight>
                <a:latin typeface="Trebuchet MS"/>
                <a:ea typeface="Trebuchet MS"/>
                <a:cs typeface="Trebuchet MS"/>
                <a:sym typeface="Trebuchet MS"/>
              </a:rPr>
              <a:t>interpretation</a:t>
            </a:r>
            <a:r>
              <a:rPr lang="en" sz="1400">
                <a:highlight>
                  <a:srgbClr val="FFFFFF"/>
                </a:highlight>
                <a:latin typeface="Trebuchet MS"/>
                <a:ea typeface="Trebuchet MS"/>
                <a:cs typeface="Trebuchet MS"/>
                <a:sym typeface="Trebuchet MS"/>
              </a:rPr>
              <a:t> or </a:t>
            </a:r>
            <a:r>
              <a:rPr b="1" lang="en" sz="1400">
                <a:highlight>
                  <a:srgbClr val="FFFFFF"/>
                </a:highlight>
                <a:latin typeface="Trebuchet MS"/>
                <a:ea typeface="Trebuchet MS"/>
                <a:cs typeface="Trebuchet MS"/>
                <a:sym typeface="Trebuchet MS"/>
              </a:rPr>
              <a:t>just-in-time compilation</a:t>
            </a:r>
            <a:r>
              <a:rPr lang="en" sz="1400">
                <a:highlight>
                  <a:srgbClr val="FFFFFF"/>
                </a:highlight>
                <a:latin typeface="Trebuchet MS"/>
                <a:ea typeface="Trebuchet MS"/>
                <a:cs typeface="Trebuchet MS"/>
                <a:sym typeface="Trebuchet MS"/>
              </a:rPr>
              <a:t> and supports </a:t>
            </a:r>
            <a:r>
              <a:rPr b="1" lang="en" sz="1400">
                <a:highlight>
                  <a:srgbClr val="FFFFFF"/>
                </a:highlight>
                <a:latin typeface="Trebuchet MS"/>
                <a:ea typeface="Trebuchet MS"/>
                <a:cs typeface="Trebuchet MS"/>
                <a:sym typeface="Trebuchet MS"/>
              </a:rPr>
              <a:t>first-class functions</a:t>
            </a:r>
            <a:r>
              <a:rPr lang="en" sz="1400">
                <a:highlight>
                  <a:srgbClr val="FFFFFF"/>
                </a:highlight>
                <a:latin typeface="Trebuchet MS"/>
                <a:ea typeface="Trebuchet MS"/>
                <a:cs typeface="Trebuchet MS"/>
                <a:sym typeface="Trebuchet MS"/>
              </a:rPr>
              <a:t>.</a:t>
            </a:r>
            <a:endParaRPr sz="1400">
              <a:highlight>
                <a:srgbClr val="FFFFFF"/>
              </a:highlight>
              <a:latin typeface="Trebuchet MS"/>
              <a:ea typeface="Trebuchet MS"/>
              <a:cs typeface="Trebuchet MS"/>
              <a:sym typeface="Trebuchet MS"/>
            </a:endParaRPr>
          </a:p>
          <a:p>
            <a:pPr indent="0" lvl="0" marL="0" rtl="0" algn="just">
              <a:lnSpc>
                <a:spcPct val="98000"/>
              </a:lnSpc>
              <a:spcBef>
                <a:spcPts val="0"/>
              </a:spcBef>
              <a:spcAft>
                <a:spcPts val="0"/>
              </a:spcAft>
              <a:buClr>
                <a:schemeClr val="dk1"/>
              </a:buClr>
              <a:buSzPts val="1400"/>
              <a:buFont typeface="Calibri"/>
              <a:buNone/>
            </a:pPr>
            <a:r>
              <a:t/>
            </a:r>
            <a:endParaRPr sz="1400">
              <a:highlight>
                <a:srgbClr val="FFFFFF"/>
              </a:highlight>
              <a:latin typeface="Trebuchet MS"/>
              <a:ea typeface="Trebuchet MS"/>
              <a:cs typeface="Trebuchet MS"/>
              <a:sym typeface="Trebuchet MS"/>
            </a:endParaRPr>
          </a:p>
          <a:p>
            <a:pPr indent="-304800" lvl="0" marL="457200" rtl="0" algn="l">
              <a:lnSpc>
                <a:spcPct val="98000"/>
              </a:lnSpc>
              <a:spcBef>
                <a:spcPts val="1500"/>
              </a:spcBef>
              <a:spcAft>
                <a:spcPts val="0"/>
              </a:spcAft>
              <a:buSzPts val="1200"/>
              <a:buFont typeface="Trebuchet MS"/>
              <a:buChar char="•"/>
            </a:pPr>
            <a:r>
              <a:rPr lang="en" sz="1200">
                <a:latin typeface="Trebuchet MS"/>
                <a:ea typeface="Trebuchet MS"/>
                <a:cs typeface="Trebuchet MS"/>
                <a:sym typeface="Trebuchet MS"/>
              </a:rPr>
              <a:t>Designed to add interactivity to HTML pages</a:t>
            </a:r>
            <a:endParaRPr sz="1200">
              <a:latin typeface="Trebuchet MS"/>
              <a:ea typeface="Trebuchet MS"/>
              <a:cs typeface="Trebuchet MS"/>
              <a:sym typeface="Trebuchet MS"/>
            </a:endParaRPr>
          </a:p>
          <a:p>
            <a:pPr indent="-304800" lvl="0" marL="457200" rtl="0" algn="l">
              <a:lnSpc>
                <a:spcPct val="98000"/>
              </a:lnSpc>
              <a:spcBef>
                <a:spcPts val="0"/>
              </a:spcBef>
              <a:spcAft>
                <a:spcPts val="0"/>
              </a:spcAft>
              <a:buSzPts val="1200"/>
              <a:buFont typeface="Trebuchet MS"/>
              <a:buChar char="•"/>
            </a:pPr>
            <a:r>
              <a:rPr lang="en" sz="1200">
                <a:latin typeface="Trebuchet MS"/>
                <a:ea typeface="Trebuchet MS"/>
                <a:cs typeface="Trebuchet MS"/>
                <a:sym typeface="Trebuchet MS"/>
              </a:rPr>
              <a:t>Scripting language</a:t>
            </a:r>
            <a:endParaRPr sz="1200">
              <a:latin typeface="Trebuchet MS"/>
              <a:ea typeface="Trebuchet MS"/>
              <a:cs typeface="Trebuchet MS"/>
              <a:sym typeface="Trebuchet MS"/>
            </a:endParaRPr>
          </a:p>
          <a:p>
            <a:pPr indent="-304800" lvl="0" marL="457200" rtl="0" algn="l">
              <a:lnSpc>
                <a:spcPct val="98000"/>
              </a:lnSpc>
              <a:spcBef>
                <a:spcPts val="0"/>
              </a:spcBef>
              <a:spcAft>
                <a:spcPts val="0"/>
              </a:spcAft>
              <a:buSzPts val="1200"/>
              <a:buFont typeface="Trebuchet MS"/>
              <a:buChar char="•"/>
            </a:pPr>
            <a:r>
              <a:rPr lang="en" sz="1200">
                <a:latin typeface="Trebuchet MS"/>
                <a:ea typeface="Trebuchet MS"/>
                <a:cs typeface="Trebuchet MS"/>
                <a:sym typeface="Trebuchet MS"/>
              </a:rPr>
              <a:t>Usually embedded directly into HTML pages</a:t>
            </a:r>
            <a:endParaRPr sz="1200">
              <a:latin typeface="Trebuchet MS"/>
              <a:ea typeface="Trebuchet MS"/>
              <a:cs typeface="Trebuchet MS"/>
              <a:sym typeface="Trebuchet MS"/>
            </a:endParaRPr>
          </a:p>
          <a:p>
            <a:pPr indent="-304800" lvl="0" marL="457200" rtl="0" algn="l">
              <a:lnSpc>
                <a:spcPct val="98000"/>
              </a:lnSpc>
              <a:spcBef>
                <a:spcPts val="0"/>
              </a:spcBef>
              <a:spcAft>
                <a:spcPts val="0"/>
              </a:spcAft>
              <a:buSzPts val="1200"/>
              <a:buFont typeface="Trebuchet MS"/>
              <a:buChar char="•"/>
            </a:pPr>
            <a:r>
              <a:rPr lang="en" sz="1200">
                <a:latin typeface="Trebuchet MS"/>
                <a:ea typeface="Trebuchet MS"/>
                <a:cs typeface="Trebuchet MS"/>
                <a:sym typeface="Trebuchet MS"/>
              </a:rPr>
              <a:t>Interpreted language (executes without compilation)</a:t>
            </a:r>
            <a:endParaRPr sz="1200">
              <a:latin typeface="Trebuchet MS"/>
              <a:ea typeface="Trebuchet MS"/>
              <a:cs typeface="Trebuchet MS"/>
              <a:sym typeface="Trebuchet MS"/>
            </a:endParaRPr>
          </a:p>
          <a:p>
            <a:pPr indent="0" lvl="0" marL="0" marR="0" rtl="0" algn="l">
              <a:lnSpc>
                <a:spcPct val="100000"/>
              </a:lnSpc>
              <a:spcBef>
                <a:spcPts val="480"/>
              </a:spcBef>
              <a:spcAft>
                <a:spcPts val="0"/>
              </a:spcAft>
              <a:buClr>
                <a:schemeClr val="dk1"/>
              </a:buClr>
              <a:buSzPts val="600"/>
              <a:buFont typeface="Arial"/>
              <a:buNone/>
            </a:pPr>
            <a:r>
              <a:t/>
            </a:r>
            <a:endParaRPr b="0" i="0" sz="2400" u="none" cap="none" strike="noStrike">
              <a:solidFill>
                <a:schemeClr val="dk1"/>
              </a:solidFill>
              <a:latin typeface="Calibri"/>
              <a:ea typeface="Calibri"/>
              <a:cs typeface="Calibri"/>
              <a:sym typeface="Calibri"/>
            </a:endParaRPr>
          </a:p>
        </p:txBody>
      </p:sp>
      <p:pic>
        <p:nvPicPr>
          <p:cNvPr id="82" name="Google Shape;82;p17"/>
          <p:cNvPicPr preferRelativeResize="0"/>
          <p:nvPr/>
        </p:nvPicPr>
        <p:blipFill>
          <a:blip r:embed="rId3">
            <a:alphaModFix/>
          </a:blip>
          <a:stretch>
            <a:fillRect/>
          </a:stretch>
        </p:blipFill>
        <p:spPr>
          <a:xfrm>
            <a:off x="6959275" y="116633"/>
            <a:ext cx="2009775" cy="438150"/>
          </a:xfrm>
          <a:prstGeom prst="rect">
            <a:avLst/>
          </a:prstGeom>
          <a:noFill/>
          <a:ln>
            <a:noFill/>
          </a:ln>
        </p:spPr>
      </p:pic>
    </p:spTree>
  </p:cSld>
  <p:clrMapOvr>
    <a:masterClrMapping/>
  </p:clrMapOvr>
  <p:transition>
    <p:fade/>
  </p:transition>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 name="Shape 86"/>
        <p:cNvGrpSpPr/>
        <p:nvPr/>
      </p:nvGrpSpPr>
      <p:grpSpPr>
        <a:xfrm>
          <a:off x="0" y="0"/>
          <a:ext cx="0" cy="0"/>
          <a:chOff x="0" y="0"/>
          <a:chExt cx="0" cy="0"/>
        </a:xfrm>
      </p:grpSpPr>
      <p:sp>
        <p:nvSpPr>
          <p:cNvPr id="87" name="Google Shape;87;p18"/>
          <p:cNvSpPr txBox="1"/>
          <p:nvPr>
            <p:ph type="title"/>
          </p:nvPr>
        </p:nvSpPr>
        <p:spPr>
          <a:xfrm>
            <a:off x="280559" y="153535"/>
            <a:ext cx="8564400" cy="409500"/>
          </a:xfrm>
          <a:prstGeom prst="rect">
            <a:avLst/>
          </a:prstGeom>
          <a:noFill/>
          <a:ln>
            <a:noFill/>
          </a:ln>
        </p:spPr>
        <p:txBody>
          <a:bodyPr anchorCtr="0" anchor="ctr" bIns="45700" lIns="91425" spcFirstLastPara="1" rIns="91425" wrap="square" tIns="45700">
            <a:noAutofit/>
          </a:bodyPr>
          <a:lstStyle/>
          <a:p>
            <a:pPr indent="0" lvl="0" marL="0" rtl="0" algn="l">
              <a:lnSpc>
                <a:spcPct val="98000"/>
              </a:lnSpc>
              <a:spcBef>
                <a:spcPts val="0"/>
              </a:spcBef>
              <a:spcAft>
                <a:spcPts val="0"/>
              </a:spcAft>
              <a:buClr>
                <a:schemeClr val="dk1"/>
              </a:buClr>
              <a:buSzPts val="1400"/>
              <a:buFont typeface="Calibri"/>
              <a:buNone/>
            </a:pPr>
            <a:r>
              <a:rPr b="1" lang="en" sz="3000">
                <a:latin typeface="Trebuchet MS"/>
                <a:ea typeface="Trebuchet MS"/>
                <a:cs typeface="Trebuchet MS"/>
                <a:sym typeface="Trebuchet MS"/>
              </a:rPr>
              <a:t>What can a JavaScript do?</a:t>
            </a:r>
            <a:endParaRPr b="1" sz="3000">
              <a:latin typeface="Trebuchet MS"/>
              <a:ea typeface="Trebuchet MS"/>
              <a:cs typeface="Trebuchet MS"/>
              <a:sym typeface="Trebuchet MS"/>
            </a:endParaRPr>
          </a:p>
        </p:txBody>
      </p:sp>
      <p:sp>
        <p:nvSpPr>
          <p:cNvPr id="88" name="Google Shape;88;p18"/>
          <p:cNvSpPr txBox="1"/>
          <p:nvPr>
            <p:ph idx="1" type="body"/>
          </p:nvPr>
        </p:nvSpPr>
        <p:spPr>
          <a:xfrm>
            <a:off x="280559" y="839337"/>
            <a:ext cx="8564400" cy="3755400"/>
          </a:xfrm>
          <a:prstGeom prst="rect">
            <a:avLst/>
          </a:prstGeom>
          <a:noFill/>
          <a:ln>
            <a:noFill/>
          </a:ln>
        </p:spPr>
        <p:txBody>
          <a:bodyPr anchorCtr="0" anchor="t" bIns="45700" lIns="91425" spcFirstLastPara="1" rIns="91425" wrap="square" tIns="45700">
            <a:noAutofit/>
          </a:bodyPr>
          <a:lstStyle/>
          <a:p>
            <a:pPr indent="-304800" lvl="0" marL="457200" rtl="0" algn="l">
              <a:lnSpc>
                <a:spcPct val="98000"/>
              </a:lnSpc>
              <a:spcBef>
                <a:spcPts val="1500"/>
              </a:spcBef>
              <a:spcAft>
                <a:spcPts val="0"/>
              </a:spcAft>
              <a:buSzPts val="1200"/>
              <a:buChar char="➢"/>
            </a:pPr>
            <a:r>
              <a:rPr b="1" lang="en" sz="1200">
                <a:latin typeface="Trebuchet MS"/>
                <a:ea typeface="Trebuchet MS"/>
                <a:cs typeface="Trebuchet MS"/>
                <a:sym typeface="Trebuchet MS"/>
              </a:rPr>
              <a:t>Can put dynamic text into an HTML page -</a:t>
            </a:r>
            <a:r>
              <a:rPr lang="en" sz="1200">
                <a:latin typeface="Trebuchet MS"/>
                <a:ea typeface="Trebuchet MS"/>
                <a:cs typeface="Trebuchet MS"/>
                <a:sym typeface="Trebuchet MS"/>
              </a:rPr>
              <a:t> A JavaScript statement like this: document.write("&lt;h1&gt;" + name + "&lt;/h1&gt;") can write a variable text into an HTML page.</a:t>
            </a:r>
            <a:endParaRPr sz="1200">
              <a:latin typeface="Trebuchet MS"/>
              <a:ea typeface="Trebuchet MS"/>
              <a:cs typeface="Trebuchet MS"/>
              <a:sym typeface="Trebuchet MS"/>
            </a:endParaRPr>
          </a:p>
          <a:p>
            <a:pPr indent="-304800" lvl="0" marL="457200" rtl="0" algn="l">
              <a:lnSpc>
                <a:spcPct val="98000"/>
              </a:lnSpc>
              <a:spcBef>
                <a:spcPts val="0"/>
              </a:spcBef>
              <a:spcAft>
                <a:spcPts val="0"/>
              </a:spcAft>
              <a:buSzPts val="1200"/>
              <a:buChar char="➢"/>
            </a:pPr>
            <a:r>
              <a:rPr b="1" lang="en" sz="1200">
                <a:latin typeface="Trebuchet MS"/>
                <a:ea typeface="Trebuchet MS"/>
                <a:cs typeface="Trebuchet MS"/>
                <a:sym typeface="Trebuchet MS"/>
              </a:rPr>
              <a:t>Can react to events -</a:t>
            </a:r>
            <a:r>
              <a:rPr lang="en" sz="1200">
                <a:latin typeface="Trebuchet MS"/>
                <a:ea typeface="Trebuchet MS"/>
                <a:cs typeface="Trebuchet MS"/>
                <a:sym typeface="Trebuchet MS"/>
              </a:rPr>
              <a:t> A JavaScript can be set to execute when something happens, like when a page has finished loading or when a user clicks on an HTML element.</a:t>
            </a:r>
            <a:endParaRPr sz="1200">
              <a:latin typeface="Trebuchet MS"/>
              <a:ea typeface="Trebuchet MS"/>
              <a:cs typeface="Trebuchet MS"/>
              <a:sym typeface="Trebuchet MS"/>
            </a:endParaRPr>
          </a:p>
          <a:p>
            <a:pPr indent="-304800" lvl="0" marL="457200" rtl="0" algn="l">
              <a:lnSpc>
                <a:spcPct val="98000"/>
              </a:lnSpc>
              <a:spcBef>
                <a:spcPts val="0"/>
              </a:spcBef>
              <a:spcAft>
                <a:spcPts val="0"/>
              </a:spcAft>
              <a:buSzPts val="1200"/>
              <a:buChar char="➢"/>
            </a:pPr>
            <a:r>
              <a:rPr b="1" lang="en" sz="1200">
                <a:latin typeface="Trebuchet MS"/>
                <a:ea typeface="Trebuchet MS"/>
                <a:cs typeface="Trebuchet MS"/>
                <a:sym typeface="Trebuchet MS"/>
              </a:rPr>
              <a:t>Can read and write HTML elements </a:t>
            </a:r>
            <a:r>
              <a:rPr lang="en" sz="1200">
                <a:latin typeface="Trebuchet MS"/>
                <a:ea typeface="Trebuchet MS"/>
                <a:cs typeface="Trebuchet MS"/>
                <a:sym typeface="Trebuchet MS"/>
              </a:rPr>
              <a:t>- A JavaScript can read and change the content of an HTML element.</a:t>
            </a:r>
            <a:endParaRPr sz="1200">
              <a:latin typeface="Trebuchet MS"/>
              <a:ea typeface="Trebuchet MS"/>
              <a:cs typeface="Trebuchet MS"/>
              <a:sym typeface="Trebuchet MS"/>
            </a:endParaRPr>
          </a:p>
          <a:p>
            <a:pPr indent="-304800" lvl="0" marL="457200" rtl="0" algn="l">
              <a:lnSpc>
                <a:spcPct val="98000"/>
              </a:lnSpc>
              <a:spcBef>
                <a:spcPts val="0"/>
              </a:spcBef>
              <a:spcAft>
                <a:spcPts val="0"/>
              </a:spcAft>
              <a:buSzPts val="1200"/>
              <a:buChar char="➢"/>
            </a:pPr>
            <a:r>
              <a:rPr b="1" lang="en" sz="1200">
                <a:latin typeface="Trebuchet MS"/>
                <a:ea typeface="Trebuchet MS"/>
                <a:cs typeface="Trebuchet MS"/>
                <a:sym typeface="Trebuchet MS"/>
              </a:rPr>
              <a:t>Can be used to validate data - </a:t>
            </a:r>
            <a:r>
              <a:rPr lang="en" sz="1200">
                <a:latin typeface="Trebuchet MS"/>
                <a:ea typeface="Trebuchet MS"/>
                <a:cs typeface="Trebuchet MS"/>
                <a:sym typeface="Trebuchet MS"/>
              </a:rPr>
              <a:t>A JavaScript can be used to validate form data before it is submitted to a server. This saves the server from extra processing.</a:t>
            </a:r>
            <a:endParaRPr sz="1200">
              <a:latin typeface="Trebuchet MS"/>
              <a:ea typeface="Trebuchet MS"/>
              <a:cs typeface="Trebuchet MS"/>
              <a:sym typeface="Trebuchet MS"/>
            </a:endParaRPr>
          </a:p>
          <a:p>
            <a:pPr indent="-304800" lvl="0" marL="457200" rtl="0" algn="l">
              <a:lnSpc>
                <a:spcPct val="98000"/>
              </a:lnSpc>
              <a:spcBef>
                <a:spcPts val="0"/>
              </a:spcBef>
              <a:spcAft>
                <a:spcPts val="0"/>
              </a:spcAft>
              <a:buSzPts val="1200"/>
              <a:buChar char="➢"/>
            </a:pPr>
            <a:r>
              <a:rPr b="1" lang="en" sz="1200">
                <a:latin typeface="Trebuchet MS"/>
                <a:ea typeface="Trebuchet MS"/>
                <a:cs typeface="Trebuchet MS"/>
                <a:sym typeface="Trebuchet MS"/>
              </a:rPr>
              <a:t>Can be used to detect the visitor's browser - </a:t>
            </a:r>
            <a:r>
              <a:rPr lang="en" sz="1200">
                <a:latin typeface="Trebuchet MS"/>
                <a:ea typeface="Trebuchet MS"/>
                <a:cs typeface="Trebuchet MS"/>
                <a:sym typeface="Trebuchet MS"/>
              </a:rPr>
              <a:t>A JavaScript can be used to detect the visitor's browser, and - depending</a:t>
            </a:r>
            <a:r>
              <a:rPr lang="en" sz="1200">
                <a:latin typeface="Trebuchet MS"/>
                <a:ea typeface="Trebuchet MS"/>
                <a:cs typeface="Trebuchet MS"/>
                <a:sym typeface="Trebuchet MS"/>
              </a:rPr>
              <a:t> </a:t>
            </a:r>
            <a:r>
              <a:rPr lang="en" sz="1200">
                <a:latin typeface="Trebuchet MS"/>
                <a:ea typeface="Trebuchet MS"/>
                <a:cs typeface="Trebuchet MS"/>
                <a:sym typeface="Trebuchet MS"/>
              </a:rPr>
              <a:t>on the browser - load another page specifically designed for that browser.</a:t>
            </a:r>
            <a:endParaRPr sz="1200">
              <a:latin typeface="Trebuchet MS"/>
              <a:ea typeface="Trebuchet MS"/>
              <a:cs typeface="Trebuchet MS"/>
              <a:sym typeface="Trebuchet MS"/>
            </a:endParaRPr>
          </a:p>
          <a:p>
            <a:pPr indent="-304800" lvl="0" marL="457200" rtl="0" algn="l">
              <a:lnSpc>
                <a:spcPct val="98000"/>
              </a:lnSpc>
              <a:spcBef>
                <a:spcPts val="0"/>
              </a:spcBef>
              <a:spcAft>
                <a:spcPts val="0"/>
              </a:spcAft>
              <a:buSzPts val="1200"/>
              <a:buFont typeface="Trebuchet MS"/>
              <a:buChar char="➢"/>
            </a:pPr>
            <a:r>
              <a:rPr b="1" lang="en" sz="1200">
                <a:latin typeface="Trebuchet MS"/>
                <a:ea typeface="Trebuchet MS"/>
                <a:cs typeface="Trebuchet MS"/>
                <a:sym typeface="Trebuchet MS"/>
              </a:rPr>
              <a:t>Can be used to create UI.</a:t>
            </a:r>
            <a:endParaRPr sz="1200">
              <a:latin typeface="Trebuchet MS"/>
              <a:ea typeface="Trebuchet MS"/>
              <a:cs typeface="Trebuchet MS"/>
              <a:sym typeface="Trebuchet MS"/>
            </a:endParaRPr>
          </a:p>
          <a:p>
            <a:pPr indent="-304800" lvl="0" marL="457200" rtl="0" algn="l">
              <a:lnSpc>
                <a:spcPct val="98000"/>
              </a:lnSpc>
              <a:spcBef>
                <a:spcPts val="0"/>
              </a:spcBef>
              <a:spcAft>
                <a:spcPts val="0"/>
              </a:spcAft>
              <a:buSzPts val="1200"/>
              <a:buFont typeface="Trebuchet MS"/>
              <a:buChar char="➢"/>
            </a:pPr>
            <a:r>
              <a:rPr b="1" lang="en" sz="1200">
                <a:latin typeface="Trebuchet MS"/>
                <a:ea typeface="Trebuchet MS"/>
                <a:cs typeface="Trebuchet MS"/>
                <a:sym typeface="Trebuchet MS"/>
              </a:rPr>
              <a:t>AND MANY MORE......</a:t>
            </a:r>
            <a:endParaRPr sz="1200">
              <a:latin typeface="Trebuchet MS"/>
              <a:ea typeface="Trebuchet MS"/>
              <a:cs typeface="Trebuchet MS"/>
              <a:sym typeface="Trebuchet MS"/>
            </a:endParaRPr>
          </a:p>
          <a:p>
            <a:pPr indent="0" lvl="0" marL="0" marR="0" rtl="0" algn="l">
              <a:lnSpc>
                <a:spcPct val="100000"/>
              </a:lnSpc>
              <a:spcBef>
                <a:spcPts val="480"/>
              </a:spcBef>
              <a:spcAft>
                <a:spcPts val="0"/>
              </a:spcAft>
              <a:buClr>
                <a:schemeClr val="dk1"/>
              </a:buClr>
              <a:buSzPts val="600"/>
              <a:buFont typeface="Arial"/>
              <a:buNone/>
            </a:pPr>
            <a:r>
              <a:t/>
            </a:r>
            <a:endParaRPr i="0" sz="1400" u="none" cap="none" strike="noStrike">
              <a:solidFill>
                <a:schemeClr val="dk1"/>
              </a:solidFill>
              <a:latin typeface="Trebuchet MS"/>
              <a:ea typeface="Trebuchet MS"/>
              <a:cs typeface="Trebuchet MS"/>
              <a:sym typeface="Trebuchet MS"/>
            </a:endParaRPr>
          </a:p>
        </p:txBody>
      </p:sp>
      <p:pic>
        <p:nvPicPr>
          <p:cNvPr id="89" name="Google Shape;89;p18"/>
          <p:cNvPicPr preferRelativeResize="0"/>
          <p:nvPr/>
        </p:nvPicPr>
        <p:blipFill>
          <a:blip r:embed="rId3">
            <a:alphaModFix/>
          </a:blip>
          <a:stretch>
            <a:fillRect/>
          </a:stretch>
        </p:blipFill>
        <p:spPr>
          <a:xfrm>
            <a:off x="6959275" y="116633"/>
            <a:ext cx="2009775" cy="438150"/>
          </a:xfrm>
          <a:prstGeom prst="rect">
            <a:avLst/>
          </a:prstGeom>
          <a:noFill/>
          <a:ln>
            <a:noFill/>
          </a:ln>
        </p:spPr>
      </p:pic>
    </p:spTree>
  </p:cSld>
  <p:clrMapOvr>
    <a:masterClrMapping/>
  </p:clrMapOvr>
  <p:transition>
    <p:fade/>
  </p:transition>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 name="Shape 93"/>
        <p:cNvGrpSpPr/>
        <p:nvPr/>
      </p:nvGrpSpPr>
      <p:grpSpPr>
        <a:xfrm>
          <a:off x="0" y="0"/>
          <a:ext cx="0" cy="0"/>
          <a:chOff x="0" y="0"/>
          <a:chExt cx="0" cy="0"/>
        </a:xfrm>
      </p:grpSpPr>
      <p:sp>
        <p:nvSpPr>
          <p:cNvPr id="94" name="Google Shape;94;p19"/>
          <p:cNvSpPr txBox="1"/>
          <p:nvPr>
            <p:ph type="title"/>
          </p:nvPr>
        </p:nvSpPr>
        <p:spPr>
          <a:xfrm>
            <a:off x="280559" y="153535"/>
            <a:ext cx="8564400" cy="409500"/>
          </a:xfrm>
          <a:prstGeom prst="rect">
            <a:avLst/>
          </a:prstGeom>
          <a:noFill/>
          <a:ln>
            <a:noFill/>
          </a:ln>
        </p:spPr>
        <p:txBody>
          <a:bodyPr anchorCtr="0" anchor="ctr" bIns="45700" lIns="91425" spcFirstLastPara="1" rIns="91425" wrap="square" tIns="45700">
            <a:noAutofit/>
          </a:bodyPr>
          <a:lstStyle/>
          <a:p>
            <a:pPr indent="0" lvl="0" marL="0" rtl="0" algn="l">
              <a:lnSpc>
                <a:spcPct val="98000"/>
              </a:lnSpc>
              <a:spcBef>
                <a:spcPts val="0"/>
              </a:spcBef>
              <a:spcAft>
                <a:spcPts val="0"/>
              </a:spcAft>
              <a:buClr>
                <a:schemeClr val="dk1"/>
              </a:buClr>
              <a:buSzPts val="1400"/>
              <a:buFont typeface="Calibri"/>
              <a:buNone/>
            </a:pPr>
            <a:r>
              <a:rPr b="1" lang="en" sz="2300"/>
              <a:t>Where To And How To Include JavaScript In Your File</a:t>
            </a:r>
            <a:endParaRPr b="1" sz="2200"/>
          </a:p>
        </p:txBody>
      </p:sp>
      <p:sp>
        <p:nvSpPr>
          <p:cNvPr id="95" name="Google Shape;95;p19"/>
          <p:cNvSpPr txBox="1"/>
          <p:nvPr>
            <p:ph idx="1" type="body"/>
          </p:nvPr>
        </p:nvSpPr>
        <p:spPr>
          <a:xfrm>
            <a:off x="280559" y="839337"/>
            <a:ext cx="8564400" cy="3755400"/>
          </a:xfrm>
          <a:prstGeom prst="rect">
            <a:avLst/>
          </a:prstGeom>
          <a:noFill/>
          <a:ln>
            <a:noFill/>
          </a:ln>
        </p:spPr>
        <p:txBody>
          <a:bodyPr anchorCtr="0" anchor="t" bIns="45700" lIns="91425" spcFirstLastPara="1" rIns="91425" wrap="square" tIns="45700">
            <a:noAutofit/>
          </a:bodyPr>
          <a:lstStyle/>
          <a:p>
            <a:pPr indent="-317500" lvl="0" marL="457200" rtl="0" algn="l">
              <a:lnSpc>
                <a:spcPct val="98000"/>
              </a:lnSpc>
              <a:spcBef>
                <a:spcPts val="0"/>
              </a:spcBef>
              <a:spcAft>
                <a:spcPts val="0"/>
              </a:spcAft>
              <a:buSzPts val="1400"/>
              <a:buChar char="➢"/>
            </a:pPr>
            <a:r>
              <a:rPr lang="en" sz="1400"/>
              <a:t>There are 3 places where we can write JavaScript in our HTML Document </a:t>
            </a:r>
            <a:endParaRPr sz="1400"/>
          </a:p>
          <a:p>
            <a:pPr indent="-304800" lvl="1" marL="914400" rtl="0" algn="l">
              <a:lnSpc>
                <a:spcPct val="98000"/>
              </a:lnSpc>
              <a:spcBef>
                <a:spcPts val="0"/>
              </a:spcBef>
              <a:spcAft>
                <a:spcPts val="0"/>
              </a:spcAft>
              <a:buSzPts val="1200"/>
              <a:buChar char="○"/>
            </a:pPr>
            <a:r>
              <a:rPr lang="en" sz="1200"/>
              <a:t>In the Head</a:t>
            </a:r>
            <a:endParaRPr sz="1200"/>
          </a:p>
          <a:p>
            <a:pPr indent="-304800" lvl="1" marL="914400" rtl="0" algn="l">
              <a:lnSpc>
                <a:spcPct val="98000"/>
              </a:lnSpc>
              <a:spcBef>
                <a:spcPts val="0"/>
              </a:spcBef>
              <a:spcAft>
                <a:spcPts val="0"/>
              </a:spcAft>
              <a:buSzPts val="1200"/>
              <a:buChar char="○"/>
            </a:pPr>
            <a:r>
              <a:rPr lang="en" sz="1200"/>
              <a:t>In The Body</a:t>
            </a:r>
            <a:endParaRPr sz="1200"/>
          </a:p>
          <a:p>
            <a:pPr indent="-304800" lvl="1" marL="914400" rtl="0" algn="l">
              <a:lnSpc>
                <a:spcPct val="98000"/>
              </a:lnSpc>
              <a:spcBef>
                <a:spcPts val="0"/>
              </a:spcBef>
              <a:spcAft>
                <a:spcPts val="0"/>
              </a:spcAft>
              <a:buSzPts val="1200"/>
              <a:buChar char="○"/>
            </a:pPr>
            <a:r>
              <a:rPr lang="en" sz="1200"/>
              <a:t>In a separate file</a:t>
            </a:r>
            <a:endParaRPr sz="1200"/>
          </a:p>
          <a:p>
            <a:pPr indent="-317500" lvl="0" marL="457200" rtl="0" algn="l">
              <a:lnSpc>
                <a:spcPct val="98000"/>
              </a:lnSpc>
              <a:spcBef>
                <a:spcPts val="0"/>
              </a:spcBef>
              <a:spcAft>
                <a:spcPts val="0"/>
              </a:spcAft>
              <a:buSzPts val="1400"/>
              <a:buChar char="➢"/>
            </a:pPr>
            <a:r>
              <a:rPr lang="en" sz="1400"/>
              <a:t>Each place has its own pros/cons</a:t>
            </a:r>
            <a:endParaRPr sz="1400"/>
          </a:p>
          <a:p>
            <a:pPr indent="-317500" lvl="0" marL="457200" rtl="0" algn="l">
              <a:lnSpc>
                <a:spcPct val="98000"/>
              </a:lnSpc>
              <a:spcBef>
                <a:spcPts val="0"/>
              </a:spcBef>
              <a:spcAft>
                <a:spcPts val="0"/>
              </a:spcAft>
              <a:buSzPts val="1400"/>
              <a:buChar char="➢"/>
            </a:pPr>
            <a:r>
              <a:rPr lang="en" sz="1400"/>
              <a:t>Remember JavaScript is Case Sensitive</a:t>
            </a:r>
            <a:endParaRPr sz="1400"/>
          </a:p>
          <a:p>
            <a:pPr indent="0" lvl="0" marL="0" marR="0" rtl="0" algn="l">
              <a:lnSpc>
                <a:spcPct val="100000"/>
              </a:lnSpc>
              <a:spcBef>
                <a:spcPts val="480"/>
              </a:spcBef>
              <a:spcAft>
                <a:spcPts val="0"/>
              </a:spcAft>
              <a:buClr>
                <a:schemeClr val="dk1"/>
              </a:buClr>
              <a:buSzPts val="600"/>
              <a:buFont typeface="Arial"/>
              <a:buNone/>
            </a:pPr>
            <a:r>
              <a:t/>
            </a:r>
            <a:endParaRPr b="0" i="0" sz="1400" u="none" cap="none" strike="noStrike">
              <a:solidFill>
                <a:schemeClr val="dk1"/>
              </a:solidFill>
              <a:latin typeface="Calibri"/>
              <a:ea typeface="Calibri"/>
              <a:cs typeface="Calibri"/>
              <a:sym typeface="Calibri"/>
            </a:endParaRPr>
          </a:p>
        </p:txBody>
      </p:sp>
      <p:pic>
        <p:nvPicPr>
          <p:cNvPr id="96" name="Google Shape;96;p19"/>
          <p:cNvPicPr preferRelativeResize="0"/>
          <p:nvPr/>
        </p:nvPicPr>
        <p:blipFill>
          <a:blip r:embed="rId3">
            <a:alphaModFix/>
          </a:blip>
          <a:stretch>
            <a:fillRect/>
          </a:stretch>
        </p:blipFill>
        <p:spPr>
          <a:xfrm>
            <a:off x="6959275" y="116633"/>
            <a:ext cx="2009775" cy="438150"/>
          </a:xfrm>
          <a:prstGeom prst="rect">
            <a:avLst/>
          </a:prstGeom>
          <a:noFill/>
          <a:ln>
            <a:noFill/>
          </a:ln>
        </p:spPr>
      </p:pic>
    </p:spTree>
  </p:cSld>
  <p:clrMapOvr>
    <a:masterClrMapping/>
  </p:clrMapOvr>
  <p:transition>
    <p:fade/>
  </p:transition>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 name="Shape 100"/>
        <p:cNvGrpSpPr/>
        <p:nvPr/>
      </p:nvGrpSpPr>
      <p:grpSpPr>
        <a:xfrm>
          <a:off x="0" y="0"/>
          <a:ext cx="0" cy="0"/>
          <a:chOff x="0" y="0"/>
          <a:chExt cx="0" cy="0"/>
        </a:xfrm>
      </p:grpSpPr>
      <p:sp>
        <p:nvSpPr>
          <p:cNvPr id="101" name="Google Shape;101;p20"/>
          <p:cNvSpPr txBox="1"/>
          <p:nvPr>
            <p:ph type="title"/>
          </p:nvPr>
        </p:nvSpPr>
        <p:spPr>
          <a:xfrm>
            <a:off x="280559" y="130960"/>
            <a:ext cx="8564400" cy="409500"/>
          </a:xfrm>
          <a:prstGeom prst="rect">
            <a:avLst/>
          </a:prstGeom>
          <a:noFill/>
          <a:ln>
            <a:noFill/>
          </a:ln>
        </p:spPr>
        <p:txBody>
          <a:bodyPr anchorCtr="0" anchor="ctr" bIns="45700" lIns="91425" spcFirstLastPara="1" rIns="91425" wrap="square" tIns="45700">
            <a:noAutofit/>
          </a:bodyPr>
          <a:lstStyle/>
          <a:p>
            <a:pPr indent="0" lvl="0" marL="0" rtl="0" algn="l">
              <a:lnSpc>
                <a:spcPct val="98000"/>
              </a:lnSpc>
              <a:spcBef>
                <a:spcPts val="0"/>
              </a:spcBef>
              <a:spcAft>
                <a:spcPts val="0"/>
              </a:spcAft>
              <a:buClr>
                <a:schemeClr val="dk1"/>
              </a:buClr>
              <a:buSzPts val="1400"/>
              <a:buFont typeface="Calibri"/>
              <a:buNone/>
            </a:pPr>
            <a:r>
              <a:rPr b="1" lang="en" sz="3000">
                <a:latin typeface="Trebuchet MS"/>
                <a:ea typeface="Trebuchet MS"/>
                <a:cs typeface="Trebuchet MS"/>
                <a:sym typeface="Trebuchet MS"/>
              </a:rPr>
              <a:t>JavaScript Variables</a:t>
            </a:r>
            <a:endParaRPr b="1" sz="2000">
              <a:latin typeface="Trebuchet MS"/>
              <a:ea typeface="Trebuchet MS"/>
              <a:cs typeface="Trebuchet MS"/>
              <a:sym typeface="Trebuchet MS"/>
            </a:endParaRPr>
          </a:p>
        </p:txBody>
      </p:sp>
      <p:sp>
        <p:nvSpPr>
          <p:cNvPr id="102" name="Google Shape;102;p20"/>
          <p:cNvSpPr txBox="1"/>
          <p:nvPr>
            <p:ph idx="1" type="body"/>
          </p:nvPr>
        </p:nvSpPr>
        <p:spPr>
          <a:xfrm>
            <a:off x="280559" y="839337"/>
            <a:ext cx="8564400" cy="3755400"/>
          </a:xfrm>
          <a:prstGeom prst="rect">
            <a:avLst/>
          </a:prstGeom>
          <a:noFill/>
          <a:ln>
            <a:noFill/>
          </a:ln>
        </p:spPr>
        <p:txBody>
          <a:bodyPr anchorCtr="0" anchor="t" bIns="45700" lIns="91425" spcFirstLastPara="1" rIns="91425" wrap="square" tIns="45700">
            <a:noAutofit/>
          </a:bodyPr>
          <a:lstStyle/>
          <a:p>
            <a:pPr indent="-317500" lvl="0" marL="457200" rtl="0" algn="l">
              <a:lnSpc>
                <a:spcPct val="98000"/>
              </a:lnSpc>
              <a:spcBef>
                <a:spcPts val="0"/>
              </a:spcBef>
              <a:spcAft>
                <a:spcPts val="0"/>
              </a:spcAft>
              <a:buSzPts val="1400"/>
              <a:buFont typeface="Trebuchet MS"/>
              <a:buChar char="●"/>
            </a:pPr>
            <a:r>
              <a:rPr lang="en" sz="1400">
                <a:latin typeface="Trebuchet MS"/>
                <a:ea typeface="Trebuchet MS"/>
                <a:cs typeface="Trebuchet MS"/>
                <a:sym typeface="Trebuchet MS"/>
              </a:rPr>
              <a:t>Same as algebra, JavaScript variables are used to hold values or expressions.</a:t>
            </a:r>
            <a:endParaRPr sz="2100">
              <a:latin typeface="Trebuchet MS"/>
              <a:ea typeface="Trebuchet MS"/>
              <a:cs typeface="Trebuchet MS"/>
              <a:sym typeface="Trebuchet MS"/>
            </a:endParaRPr>
          </a:p>
          <a:p>
            <a:pPr indent="-317500" lvl="0" marL="457200" rtl="0" algn="l">
              <a:lnSpc>
                <a:spcPct val="98000"/>
              </a:lnSpc>
              <a:spcBef>
                <a:spcPts val="0"/>
              </a:spcBef>
              <a:spcAft>
                <a:spcPts val="0"/>
              </a:spcAft>
              <a:buSzPts val="1400"/>
              <a:buFont typeface="Trebuchet MS"/>
              <a:buChar char="●"/>
            </a:pPr>
            <a:r>
              <a:rPr lang="en" sz="1400">
                <a:latin typeface="Trebuchet MS"/>
                <a:ea typeface="Trebuchet MS"/>
                <a:cs typeface="Trebuchet MS"/>
                <a:sym typeface="Trebuchet MS"/>
              </a:rPr>
              <a:t>A variable can have a short name, like x, or a more descriptive name like carName.</a:t>
            </a:r>
            <a:endParaRPr sz="2100">
              <a:latin typeface="Trebuchet MS"/>
              <a:ea typeface="Trebuchet MS"/>
              <a:cs typeface="Trebuchet MS"/>
              <a:sym typeface="Trebuchet MS"/>
            </a:endParaRPr>
          </a:p>
          <a:p>
            <a:pPr indent="-317500" lvl="0" marL="457200" rtl="0" algn="l">
              <a:lnSpc>
                <a:spcPct val="98000"/>
              </a:lnSpc>
              <a:spcBef>
                <a:spcPts val="0"/>
              </a:spcBef>
              <a:spcAft>
                <a:spcPts val="0"/>
              </a:spcAft>
              <a:buSzPts val="1400"/>
              <a:buFont typeface="Trebuchet MS"/>
              <a:buChar char="●"/>
            </a:pPr>
            <a:r>
              <a:rPr lang="en" sz="1400">
                <a:latin typeface="Trebuchet MS"/>
                <a:ea typeface="Trebuchet MS"/>
                <a:cs typeface="Trebuchet MS"/>
                <a:sym typeface="Trebuchet MS"/>
              </a:rPr>
              <a:t>Rules for JavaScript variable names:</a:t>
            </a:r>
            <a:endParaRPr sz="2100">
              <a:latin typeface="Trebuchet MS"/>
              <a:ea typeface="Trebuchet MS"/>
              <a:cs typeface="Trebuchet MS"/>
              <a:sym typeface="Trebuchet MS"/>
            </a:endParaRPr>
          </a:p>
          <a:p>
            <a:pPr indent="-228600" lvl="1" marL="914400" rtl="0" algn="l">
              <a:lnSpc>
                <a:spcPct val="98000"/>
              </a:lnSpc>
              <a:spcBef>
                <a:spcPts val="0"/>
              </a:spcBef>
              <a:spcAft>
                <a:spcPts val="0"/>
              </a:spcAft>
              <a:buSzPts val="1200"/>
              <a:buFont typeface="Trebuchet MS"/>
              <a:buNone/>
            </a:pPr>
            <a:r>
              <a:rPr lang="en" sz="1200">
                <a:latin typeface="Trebuchet MS"/>
                <a:ea typeface="Trebuchet MS"/>
                <a:cs typeface="Trebuchet MS"/>
                <a:sym typeface="Trebuchet MS"/>
              </a:rPr>
              <a:t>Variable names are case sensitive (y and Y are two different variables).</a:t>
            </a:r>
            <a:endParaRPr sz="1400">
              <a:latin typeface="Trebuchet MS"/>
              <a:ea typeface="Trebuchet MS"/>
              <a:cs typeface="Trebuchet MS"/>
              <a:sym typeface="Trebuchet MS"/>
            </a:endParaRPr>
          </a:p>
          <a:p>
            <a:pPr indent="-228600" lvl="1" marL="914400" rtl="0" algn="l">
              <a:lnSpc>
                <a:spcPct val="98000"/>
              </a:lnSpc>
              <a:spcBef>
                <a:spcPts val="0"/>
              </a:spcBef>
              <a:spcAft>
                <a:spcPts val="0"/>
              </a:spcAft>
              <a:buSzPts val="1200"/>
              <a:buFont typeface="Trebuchet MS"/>
              <a:buNone/>
            </a:pPr>
            <a:r>
              <a:rPr lang="en" sz="1200">
                <a:latin typeface="Trebuchet MS"/>
                <a:ea typeface="Trebuchet MS"/>
                <a:cs typeface="Trebuchet MS"/>
                <a:sym typeface="Trebuchet MS"/>
              </a:rPr>
              <a:t>Variable names must begin with a letter or the underscore character.</a:t>
            </a:r>
            <a:endParaRPr sz="1400">
              <a:latin typeface="Trebuchet MS"/>
              <a:ea typeface="Trebuchet MS"/>
              <a:cs typeface="Trebuchet MS"/>
              <a:sym typeface="Trebuchet MS"/>
            </a:endParaRPr>
          </a:p>
          <a:p>
            <a:pPr indent="-228600" lvl="1" marL="914400" rtl="0" algn="l">
              <a:lnSpc>
                <a:spcPct val="98000"/>
              </a:lnSpc>
              <a:spcBef>
                <a:spcPts val="0"/>
              </a:spcBef>
              <a:spcAft>
                <a:spcPts val="0"/>
              </a:spcAft>
              <a:buSzPts val="1200"/>
              <a:buFont typeface="Trebuchet MS"/>
              <a:buNone/>
            </a:pPr>
            <a:r>
              <a:rPr lang="en" sz="1200">
                <a:latin typeface="Trebuchet MS"/>
                <a:ea typeface="Trebuchet MS"/>
                <a:cs typeface="Trebuchet MS"/>
                <a:sym typeface="Trebuchet MS"/>
              </a:rPr>
              <a:t>Reserved keywords cannot be used as variable's name.</a:t>
            </a:r>
            <a:endParaRPr sz="1400">
              <a:latin typeface="Trebuchet MS"/>
              <a:ea typeface="Trebuchet MS"/>
              <a:cs typeface="Trebuchet MS"/>
              <a:sym typeface="Trebuchet MS"/>
            </a:endParaRPr>
          </a:p>
        </p:txBody>
      </p:sp>
      <p:pic>
        <p:nvPicPr>
          <p:cNvPr id="103" name="Google Shape;103;p20"/>
          <p:cNvPicPr preferRelativeResize="0"/>
          <p:nvPr/>
        </p:nvPicPr>
        <p:blipFill>
          <a:blip r:embed="rId3">
            <a:alphaModFix/>
          </a:blip>
          <a:stretch>
            <a:fillRect/>
          </a:stretch>
        </p:blipFill>
        <p:spPr>
          <a:xfrm>
            <a:off x="6959275" y="116633"/>
            <a:ext cx="2009775" cy="438150"/>
          </a:xfrm>
          <a:prstGeom prst="rect">
            <a:avLst/>
          </a:prstGeom>
          <a:noFill/>
          <a:ln>
            <a:noFill/>
          </a:ln>
        </p:spPr>
      </p:pic>
    </p:spTree>
  </p:cSld>
  <p:clrMapOvr>
    <a:masterClrMapping/>
  </p:clrMapOvr>
  <p:transition>
    <p:fade/>
  </p:transition>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 name="Shape 107"/>
        <p:cNvGrpSpPr/>
        <p:nvPr/>
      </p:nvGrpSpPr>
      <p:grpSpPr>
        <a:xfrm>
          <a:off x="0" y="0"/>
          <a:ext cx="0" cy="0"/>
          <a:chOff x="0" y="0"/>
          <a:chExt cx="0" cy="0"/>
        </a:xfrm>
      </p:grpSpPr>
      <p:sp>
        <p:nvSpPr>
          <p:cNvPr id="108" name="Google Shape;108;p21"/>
          <p:cNvSpPr txBox="1"/>
          <p:nvPr>
            <p:ph type="title"/>
          </p:nvPr>
        </p:nvSpPr>
        <p:spPr>
          <a:xfrm>
            <a:off x="280559" y="153535"/>
            <a:ext cx="8564400" cy="409500"/>
          </a:xfrm>
          <a:prstGeom prst="rect">
            <a:avLst/>
          </a:prstGeom>
          <a:noFill/>
          <a:ln>
            <a:noFill/>
          </a:ln>
        </p:spPr>
        <p:txBody>
          <a:bodyPr anchorCtr="0" anchor="ctr" bIns="45700" lIns="91425" spcFirstLastPara="1" rIns="91425" wrap="square" tIns="45700">
            <a:noAutofit/>
          </a:bodyPr>
          <a:lstStyle/>
          <a:p>
            <a:pPr indent="0" lvl="0" marL="0" rtl="0" algn="l">
              <a:lnSpc>
                <a:spcPct val="98000"/>
              </a:lnSpc>
              <a:spcBef>
                <a:spcPts val="0"/>
              </a:spcBef>
              <a:spcAft>
                <a:spcPts val="0"/>
              </a:spcAft>
              <a:buClr>
                <a:schemeClr val="dk1"/>
              </a:buClr>
              <a:buSzPts val="1400"/>
              <a:buFont typeface="Calibri"/>
              <a:buNone/>
            </a:pPr>
            <a:r>
              <a:rPr b="1" lang="en" sz="2300"/>
              <a:t>Example</a:t>
            </a:r>
            <a:endParaRPr b="1" sz="2200"/>
          </a:p>
        </p:txBody>
      </p:sp>
      <p:sp>
        <p:nvSpPr>
          <p:cNvPr id="109" name="Google Shape;109;p21"/>
          <p:cNvSpPr txBox="1"/>
          <p:nvPr>
            <p:ph idx="1" type="body"/>
          </p:nvPr>
        </p:nvSpPr>
        <p:spPr>
          <a:xfrm>
            <a:off x="280559" y="839337"/>
            <a:ext cx="8564400" cy="3755400"/>
          </a:xfrm>
          <a:prstGeom prst="rect">
            <a:avLst/>
          </a:prstGeom>
          <a:noFill/>
          <a:ln>
            <a:noFill/>
          </a:ln>
        </p:spPr>
        <p:txBody>
          <a:bodyPr anchorCtr="0" anchor="t" bIns="45700" lIns="91425" spcFirstLastPara="1" rIns="91425" wrap="square" tIns="45700">
            <a:noAutofit/>
          </a:bodyPr>
          <a:lstStyle/>
          <a:p>
            <a:pPr indent="-304800" lvl="0" marL="431800" rtl="0" algn="l">
              <a:lnSpc>
                <a:spcPct val="98000"/>
              </a:lnSpc>
              <a:spcBef>
                <a:spcPts val="0"/>
              </a:spcBef>
              <a:spcAft>
                <a:spcPts val="0"/>
              </a:spcAft>
              <a:buClr>
                <a:schemeClr val="dk1"/>
              </a:buClr>
              <a:buSzPts val="1400"/>
              <a:buFont typeface="Calibri"/>
              <a:buNone/>
            </a:pPr>
            <a:r>
              <a:rPr lang="en" sz="1200"/>
              <a:t>var x=5;</a:t>
            </a:r>
            <a:endParaRPr sz="1200"/>
          </a:p>
          <a:p>
            <a:pPr indent="-304800" lvl="0" marL="431800" rtl="0" algn="l">
              <a:lnSpc>
                <a:spcPct val="98000"/>
              </a:lnSpc>
              <a:spcBef>
                <a:spcPts val="1500"/>
              </a:spcBef>
              <a:spcAft>
                <a:spcPts val="0"/>
              </a:spcAft>
              <a:buClr>
                <a:schemeClr val="dk1"/>
              </a:buClr>
              <a:buSzPts val="1400"/>
              <a:buFont typeface="Calibri"/>
              <a:buNone/>
            </a:pPr>
            <a:r>
              <a:rPr lang="en" sz="1200"/>
              <a:t>var carName="Volvo";</a:t>
            </a:r>
            <a:endParaRPr sz="1200"/>
          </a:p>
          <a:p>
            <a:pPr indent="-304800" lvl="0" marL="431800" rtl="0" algn="l">
              <a:lnSpc>
                <a:spcPct val="98000"/>
              </a:lnSpc>
              <a:spcBef>
                <a:spcPts val="1500"/>
              </a:spcBef>
              <a:spcAft>
                <a:spcPts val="0"/>
              </a:spcAft>
              <a:buClr>
                <a:schemeClr val="dk1"/>
              </a:buClr>
              <a:buSzPts val="1400"/>
              <a:buFont typeface="Calibri"/>
              <a:buNone/>
            </a:pPr>
            <a:r>
              <a:rPr lang="en" sz="1200"/>
              <a:t>y=x-5;</a:t>
            </a:r>
            <a:endParaRPr sz="1200"/>
          </a:p>
          <a:p>
            <a:pPr indent="-304800" lvl="0" marL="431800" rtl="0" algn="l">
              <a:lnSpc>
                <a:spcPct val="98000"/>
              </a:lnSpc>
              <a:spcBef>
                <a:spcPts val="1500"/>
              </a:spcBef>
              <a:spcAft>
                <a:spcPts val="0"/>
              </a:spcAft>
              <a:buClr>
                <a:schemeClr val="dk1"/>
              </a:buClr>
              <a:buSzPts val="1400"/>
              <a:buFont typeface="Calibri"/>
              <a:buNone/>
            </a:pPr>
            <a:r>
              <a:rPr lang="en" sz="1200"/>
              <a:t>z=y+5;</a:t>
            </a:r>
            <a:endParaRPr sz="1200"/>
          </a:p>
          <a:p>
            <a:pPr indent="-304800" lvl="0" marL="431800" rtl="0" algn="l">
              <a:lnSpc>
                <a:spcPct val="98000"/>
              </a:lnSpc>
              <a:spcBef>
                <a:spcPts val="1500"/>
              </a:spcBef>
              <a:spcAft>
                <a:spcPts val="0"/>
              </a:spcAft>
              <a:buClr>
                <a:schemeClr val="dk1"/>
              </a:buClr>
              <a:buSzPts val="1400"/>
              <a:buFont typeface="Calibri"/>
              <a:buNone/>
            </a:pPr>
            <a:r>
              <a:rPr lang="en" sz="1200"/>
              <a:t>Etc..</a:t>
            </a:r>
            <a:endParaRPr sz="1200"/>
          </a:p>
        </p:txBody>
      </p:sp>
      <p:pic>
        <p:nvPicPr>
          <p:cNvPr id="110" name="Google Shape;110;p21"/>
          <p:cNvPicPr preferRelativeResize="0"/>
          <p:nvPr/>
        </p:nvPicPr>
        <p:blipFill>
          <a:blip r:embed="rId3">
            <a:alphaModFix/>
          </a:blip>
          <a:stretch>
            <a:fillRect/>
          </a:stretch>
        </p:blipFill>
        <p:spPr>
          <a:xfrm>
            <a:off x="6959275" y="116633"/>
            <a:ext cx="2009775" cy="438150"/>
          </a:xfrm>
          <a:prstGeom prst="rect">
            <a:avLst/>
          </a:prstGeom>
          <a:noFill/>
          <a:ln>
            <a:noFill/>
          </a:ln>
        </p:spPr>
      </p:pic>
    </p:spTree>
  </p:cSld>
  <p:clrMapOvr>
    <a:masterClrMapping/>
  </p:clrMapOvr>
  <p:transition>
    <p:fade/>
  </p:transition>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 name="Shape 114"/>
        <p:cNvGrpSpPr/>
        <p:nvPr/>
      </p:nvGrpSpPr>
      <p:grpSpPr>
        <a:xfrm>
          <a:off x="0" y="0"/>
          <a:ext cx="0" cy="0"/>
          <a:chOff x="0" y="0"/>
          <a:chExt cx="0" cy="0"/>
        </a:xfrm>
      </p:grpSpPr>
      <p:sp>
        <p:nvSpPr>
          <p:cNvPr id="115" name="Google Shape;115;p22"/>
          <p:cNvSpPr txBox="1"/>
          <p:nvPr>
            <p:ph type="title"/>
          </p:nvPr>
        </p:nvSpPr>
        <p:spPr>
          <a:xfrm>
            <a:off x="280559" y="153535"/>
            <a:ext cx="8564400" cy="409500"/>
          </a:xfrm>
          <a:prstGeom prst="rect">
            <a:avLst/>
          </a:prstGeom>
          <a:noFill/>
          <a:ln>
            <a:noFill/>
          </a:ln>
        </p:spPr>
        <p:txBody>
          <a:bodyPr anchorCtr="0" anchor="ctr" bIns="45700" lIns="91425" spcFirstLastPara="1" rIns="91425" wrap="square" tIns="45700">
            <a:noAutofit/>
          </a:bodyPr>
          <a:lstStyle/>
          <a:p>
            <a:pPr indent="0" lvl="0" marL="0" rtl="0" algn="l">
              <a:lnSpc>
                <a:spcPct val="98000"/>
              </a:lnSpc>
              <a:spcBef>
                <a:spcPts val="0"/>
              </a:spcBef>
              <a:spcAft>
                <a:spcPts val="0"/>
              </a:spcAft>
              <a:buClr>
                <a:schemeClr val="dk1"/>
              </a:buClr>
              <a:buSzPts val="1400"/>
              <a:buFont typeface="Calibri"/>
              <a:buNone/>
            </a:pPr>
            <a:r>
              <a:rPr b="1" lang="en" sz="3200"/>
              <a:t>JavaScript  Operators</a:t>
            </a:r>
            <a:endParaRPr b="1" sz="2200"/>
          </a:p>
        </p:txBody>
      </p:sp>
      <p:pic>
        <p:nvPicPr>
          <p:cNvPr id="116" name="Google Shape;116;p22"/>
          <p:cNvPicPr preferRelativeResize="0"/>
          <p:nvPr/>
        </p:nvPicPr>
        <p:blipFill>
          <a:blip r:embed="rId3">
            <a:alphaModFix/>
          </a:blip>
          <a:stretch>
            <a:fillRect/>
          </a:stretch>
        </p:blipFill>
        <p:spPr>
          <a:xfrm>
            <a:off x="6959275" y="116633"/>
            <a:ext cx="2009775" cy="438150"/>
          </a:xfrm>
          <a:prstGeom prst="rect">
            <a:avLst/>
          </a:prstGeom>
          <a:noFill/>
          <a:ln>
            <a:noFill/>
          </a:ln>
        </p:spPr>
      </p:pic>
      <p:pic>
        <p:nvPicPr>
          <p:cNvPr id="117" name="Google Shape;117;p22"/>
          <p:cNvPicPr preferRelativeResize="0"/>
          <p:nvPr/>
        </p:nvPicPr>
        <p:blipFill rotWithShape="1">
          <a:blip r:embed="rId4">
            <a:alphaModFix/>
          </a:blip>
          <a:srcRect b="0" l="0" r="0" t="0"/>
          <a:stretch/>
        </p:blipFill>
        <p:spPr>
          <a:xfrm>
            <a:off x="216275" y="673400"/>
            <a:ext cx="7295624" cy="4310600"/>
          </a:xfrm>
          <a:prstGeom prst="rect">
            <a:avLst/>
          </a:prstGeom>
          <a:noFill/>
          <a:ln>
            <a:noFill/>
          </a:ln>
        </p:spPr>
      </p:pic>
    </p:spTree>
  </p:cSld>
  <p:clrMapOvr>
    <a:masterClrMapping/>
  </p:clrMapOvr>
  <p:transition>
    <p:fade/>
  </p:transition>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 name="Shape 121"/>
        <p:cNvGrpSpPr/>
        <p:nvPr/>
      </p:nvGrpSpPr>
      <p:grpSpPr>
        <a:xfrm>
          <a:off x="0" y="0"/>
          <a:ext cx="0" cy="0"/>
          <a:chOff x="0" y="0"/>
          <a:chExt cx="0" cy="0"/>
        </a:xfrm>
      </p:grpSpPr>
      <p:pic>
        <p:nvPicPr>
          <p:cNvPr id="122" name="Google Shape;122;p23"/>
          <p:cNvPicPr preferRelativeResize="0"/>
          <p:nvPr/>
        </p:nvPicPr>
        <p:blipFill>
          <a:blip r:embed="rId3">
            <a:alphaModFix/>
          </a:blip>
          <a:stretch>
            <a:fillRect/>
          </a:stretch>
        </p:blipFill>
        <p:spPr>
          <a:xfrm>
            <a:off x="6959275" y="116633"/>
            <a:ext cx="2009775" cy="438150"/>
          </a:xfrm>
          <a:prstGeom prst="rect">
            <a:avLst/>
          </a:prstGeom>
          <a:noFill/>
          <a:ln>
            <a:noFill/>
          </a:ln>
        </p:spPr>
      </p:pic>
      <p:pic>
        <p:nvPicPr>
          <p:cNvPr id="123" name="Google Shape;123;p23"/>
          <p:cNvPicPr preferRelativeResize="0"/>
          <p:nvPr/>
        </p:nvPicPr>
        <p:blipFill rotWithShape="1">
          <a:blip r:embed="rId4">
            <a:alphaModFix/>
          </a:blip>
          <a:srcRect b="0" l="0" r="0" t="0"/>
          <a:stretch/>
        </p:blipFill>
        <p:spPr>
          <a:xfrm>
            <a:off x="130575" y="617575"/>
            <a:ext cx="7652451" cy="4294675"/>
          </a:xfrm>
          <a:prstGeom prst="rect">
            <a:avLst/>
          </a:prstGeom>
          <a:noFill/>
          <a:ln>
            <a:noFill/>
          </a:ln>
        </p:spPr>
      </p:pic>
    </p:spTree>
  </p:cSld>
  <p:clrMapOvr>
    <a:masterClrMapping/>
  </p:clrMapOvr>
  <p:transition>
    <p:fade/>
  </p:transition>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sp>
        <p:nvSpPr>
          <p:cNvPr id="128" name="Google Shape;128;p24"/>
          <p:cNvSpPr txBox="1"/>
          <p:nvPr>
            <p:ph type="title"/>
          </p:nvPr>
        </p:nvSpPr>
        <p:spPr>
          <a:xfrm>
            <a:off x="280559" y="153535"/>
            <a:ext cx="8564400" cy="409500"/>
          </a:xfrm>
          <a:prstGeom prst="rect">
            <a:avLst/>
          </a:prstGeom>
          <a:noFill/>
          <a:ln>
            <a:noFill/>
          </a:ln>
        </p:spPr>
        <p:txBody>
          <a:bodyPr anchorCtr="0" anchor="ctr" bIns="45700" lIns="91425" spcFirstLastPara="1" rIns="91425" wrap="square" tIns="45700">
            <a:noAutofit/>
          </a:bodyPr>
          <a:lstStyle/>
          <a:p>
            <a:pPr indent="0" lvl="0" marL="0" rtl="0" algn="l">
              <a:lnSpc>
                <a:spcPct val="98000"/>
              </a:lnSpc>
              <a:spcBef>
                <a:spcPts val="0"/>
              </a:spcBef>
              <a:spcAft>
                <a:spcPts val="0"/>
              </a:spcAft>
              <a:buClr>
                <a:schemeClr val="dk1"/>
              </a:buClr>
              <a:buSzPts val="1400"/>
              <a:buFont typeface="Calibri"/>
              <a:buNone/>
            </a:pPr>
            <a:r>
              <a:rPr b="1" lang="en" sz="2400">
                <a:latin typeface="Trebuchet MS"/>
                <a:ea typeface="Trebuchet MS"/>
                <a:cs typeface="Trebuchet MS"/>
                <a:sym typeface="Trebuchet MS"/>
              </a:rPr>
              <a:t>Conditionals &amp; Loops</a:t>
            </a:r>
            <a:endParaRPr b="1" sz="2400">
              <a:latin typeface="Trebuchet MS"/>
              <a:ea typeface="Trebuchet MS"/>
              <a:cs typeface="Trebuchet MS"/>
              <a:sym typeface="Trebuchet MS"/>
            </a:endParaRPr>
          </a:p>
        </p:txBody>
      </p:sp>
      <p:sp>
        <p:nvSpPr>
          <p:cNvPr id="129" name="Google Shape;129;p24"/>
          <p:cNvSpPr txBox="1"/>
          <p:nvPr>
            <p:ph idx="1" type="body"/>
          </p:nvPr>
        </p:nvSpPr>
        <p:spPr>
          <a:xfrm>
            <a:off x="280559" y="839337"/>
            <a:ext cx="8564400" cy="3755400"/>
          </a:xfrm>
          <a:prstGeom prst="rect">
            <a:avLst/>
          </a:prstGeom>
          <a:noFill/>
          <a:ln>
            <a:noFill/>
          </a:ln>
        </p:spPr>
        <p:txBody>
          <a:bodyPr anchorCtr="0" anchor="t" bIns="45700" lIns="91425" spcFirstLastPara="1" rIns="91425" wrap="square" tIns="45700">
            <a:noAutofit/>
          </a:bodyPr>
          <a:lstStyle/>
          <a:p>
            <a:pPr indent="-323850" lvl="0" marL="457200" rtl="0" algn="l">
              <a:lnSpc>
                <a:spcPct val="98000"/>
              </a:lnSpc>
              <a:spcBef>
                <a:spcPts val="0"/>
              </a:spcBef>
              <a:spcAft>
                <a:spcPts val="0"/>
              </a:spcAft>
              <a:buSzPts val="1500"/>
              <a:buChar char="●"/>
            </a:pPr>
            <a:r>
              <a:rPr b="1" lang="en" sz="1400">
                <a:latin typeface="Trebuchet MS"/>
                <a:ea typeface="Trebuchet MS"/>
                <a:cs typeface="Trebuchet MS"/>
                <a:sym typeface="Trebuchet MS"/>
              </a:rPr>
              <a:t>What is a condition</a:t>
            </a:r>
            <a:r>
              <a:rPr lang="en" sz="1400">
                <a:latin typeface="Trebuchet MS"/>
                <a:ea typeface="Trebuchet MS"/>
                <a:cs typeface="Trebuchet MS"/>
                <a:sym typeface="Trebuchet MS"/>
              </a:rPr>
              <a:t>?</a:t>
            </a:r>
            <a:r>
              <a:rPr lang="en" sz="1500">
                <a:latin typeface="Trebuchet MS"/>
                <a:ea typeface="Trebuchet MS"/>
                <a:cs typeface="Trebuchet MS"/>
                <a:sym typeface="Trebuchet MS"/>
              </a:rPr>
              <a:t> </a:t>
            </a:r>
            <a:r>
              <a:rPr lang="en" sz="1500">
                <a:latin typeface="Trebuchet MS"/>
                <a:ea typeface="Trebuchet MS"/>
                <a:cs typeface="Trebuchet MS"/>
                <a:sym typeface="Trebuchet MS"/>
              </a:rPr>
              <a:t>- </a:t>
            </a:r>
            <a:r>
              <a:rPr lang="en" sz="1200">
                <a:latin typeface="Trebuchet MS"/>
                <a:ea typeface="Trebuchet MS"/>
                <a:cs typeface="Trebuchet MS"/>
                <a:sym typeface="Trebuchet MS"/>
              </a:rPr>
              <a:t>A </a:t>
            </a:r>
            <a:r>
              <a:rPr b="1" lang="en" sz="1200">
                <a:latin typeface="Trebuchet MS"/>
                <a:ea typeface="Trebuchet MS"/>
                <a:cs typeface="Trebuchet MS"/>
                <a:sym typeface="Trebuchet MS"/>
              </a:rPr>
              <a:t>condition</a:t>
            </a:r>
            <a:r>
              <a:rPr lang="en" sz="1200">
                <a:latin typeface="Trebuchet MS"/>
                <a:ea typeface="Trebuchet MS"/>
                <a:cs typeface="Trebuchet MS"/>
                <a:sym typeface="Trebuchet MS"/>
              </a:rPr>
              <a:t> is simply an </a:t>
            </a:r>
            <a:r>
              <a:rPr b="1" lang="en" sz="1200">
                <a:latin typeface="Trebuchet MS"/>
                <a:ea typeface="Trebuchet MS"/>
                <a:cs typeface="Trebuchet MS"/>
                <a:sym typeface="Trebuchet MS"/>
              </a:rPr>
              <a:t>expression</a:t>
            </a:r>
            <a:r>
              <a:rPr lang="en" sz="1200">
                <a:latin typeface="Trebuchet MS"/>
                <a:ea typeface="Trebuchet MS"/>
                <a:cs typeface="Trebuchet MS"/>
                <a:sym typeface="Trebuchet MS"/>
              </a:rPr>
              <a:t> that results in a </a:t>
            </a:r>
            <a:r>
              <a:rPr b="1" lang="en" sz="1200">
                <a:latin typeface="Trebuchet MS"/>
                <a:ea typeface="Trebuchet MS"/>
                <a:cs typeface="Trebuchet MS"/>
                <a:sym typeface="Trebuchet MS"/>
              </a:rPr>
              <a:t>true</a:t>
            </a:r>
            <a:r>
              <a:rPr lang="en" sz="1200">
                <a:latin typeface="Trebuchet MS"/>
                <a:ea typeface="Trebuchet MS"/>
                <a:cs typeface="Trebuchet MS"/>
                <a:sym typeface="Trebuchet MS"/>
              </a:rPr>
              <a:t> or </a:t>
            </a:r>
            <a:r>
              <a:rPr b="1" lang="en" sz="1200">
                <a:latin typeface="Trebuchet MS"/>
                <a:ea typeface="Trebuchet MS"/>
                <a:cs typeface="Trebuchet MS"/>
                <a:sym typeface="Trebuchet MS"/>
              </a:rPr>
              <a:t>false</a:t>
            </a:r>
            <a:r>
              <a:rPr lang="en" sz="1200">
                <a:latin typeface="Trebuchet MS"/>
                <a:ea typeface="Trebuchet MS"/>
                <a:cs typeface="Trebuchet MS"/>
                <a:sym typeface="Trebuchet MS"/>
              </a:rPr>
              <a:t> value (a </a:t>
            </a:r>
            <a:r>
              <a:rPr b="1" lang="en" sz="1200">
                <a:latin typeface="Trebuchet MS"/>
                <a:ea typeface="Trebuchet MS"/>
                <a:cs typeface="Trebuchet MS"/>
                <a:sym typeface="Trebuchet MS"/>
              </a:rPr>
              <a:t>Boolean</a:t>
            </a:r>
            <a:r>
              <a:rPr lang="en" sz="1200">
                <a:latin typeface="Trebuchet MS"/>
                <a:ea typeface="Trebuchet MS"/>
                <a:cs typeface="Trebuchet MS"/>
                <a:sym typeface="Trebuchet MS"/>
              </a:rPr>
              <a:t>).</a:t>
            </a:r>
            <a:endParaRPr sz="1200">
              <a:latin typeface="Trebuchet MS"/>
              <a:ea typeface="Trebuchet MS"/>
              <a:cs typeface="Trebuchet MS"/>
              <a:sym typeface="Trebuchet MS"/>
            </a:endParaRPr>
          </a:p>
          <a:p>
            <a:pPr indent="0" lvl="0" marL="0" rtl="0" algn="l">
              <a:lnSpc>
                <a:spcPct val="98000"/>
              </a:lnSpc>
              <a:spcBef>
                <a:spcPts val="0"/>
              </a:spcBef>
              <a:spcAft>
                <a:spcPts val="0"/>
              </a:spcAft>
              <a:buNone/>
            </a:pPr>
            <a:r>
              <a:t/>
            </a:r>
            <a:endParaRPr sz="1500">
              <a:latin typeface="Trebuchet MS"/>
              <a:ea typeface="Trebuchet MS"/>
              <a:cs typeface="Trebuchet MS"/>
              <a:sym typeface="Trebuchet MS"/>
            </a:endParaRPr>
          </a:p>
          <a:p>
            <a:pPr indent="0" lvl="0" marL="0" rtl="0" algn="l">
              <a:lnSpc>
                <a:spcPct val="98000"/>
              </a:lnSpc>
              <a:spcBef>
                <a:spcPts val="0"/>
              </a:spcBef>
              <a:spcAft>
                <a:spcPts val="0"/>
              </a:spcAft>
              <a:buNone/>
            </a:pPr>
            <a:r>
              <a:t/>
            </a:r>
            <a:endParaRPr sz="1500">
              <a:latin typeface="Trebuchet MS"/>
              <a:ea typeface="Trebuchet MS"/>
              <a:cs typeface="Trebuchet MS"/>
              <a:sym typeface="Trebuchet MS"/>
            </a:endParaRPr>
          </a:p>
          <a:p>
            <a:pPr indent="0" lvl="0" marL="0" rtl="0" algn="l">
              <a:lnSpc>
                <a:spcPct val="98000"/>
              </a:lnSpc>
              <a:spcBef>
                <a:spcPts val="0"/>
              </a:spcBef>
              <a:spcAft>
                <a:spcPts val="0"/>
              </a:spcAft>
              <a:buNone/>
            </a:pPr>
            <a:r>
              <a:t/>
            </a:r>
            <a:endParaRPr sz="1500">
              <a:latin typeface="Trebuchet MS"/>
              <a:ea typeface="Trebuchet MS"/>
              <a:cs typeface="Trebuchet MS"/>
              <a:sym typeface="Trebuchet MS"/>
            </a:endParaRPr>
          </a:p>
          <a:p>
            <a:pPr indent="0" lvl="0" marL="0" rtl="0" algn="l">
              <a:lnSpc>
                <a:spcPct val="98000"/>
              </a:lnSpc>
              <a:spcBef>
                <a:spcPts val="0"/>
              </a:spcBef>
              <a:spcAft>
                <a:spcPts val="0"/>
              </a:spcAft>
              <a:buNone/>
            </a:pPr>
            <a:r>
              <a:t/>
            </a:r>
            <a:endParaRPr sz="1500">
              <a:latin typeface="Trebuchet MS"/>
              <a:ea typeface="Trebuchet MS"/>
              <a:cs typeface="Trebuchet MS"/>
              <a:sym typeface="Trebuchet MS"/>
            </a:endParaRPr>
          </a:p>
          <a:p>
            <a:pPr indent="-323850" lvl="0" marL="457200" rtl="0" algn="l">
              <a:lnSpc>
                <a:spcPct val="98000"/>
              </a:lnSpc>
              <a:spcBef>
                <a:spcPts val="0"/>
              </a:spcBef>
              <a:spcAft>
                <a:spcPts val="0"/>
              </a:spcAft>
              <a:buSzPts val="1500"/>
              <a:buChar char="●"/>
            </a:pPr>
            <a:r>
              <a:rPr b="1" lang="en" sz="1400">
                <a:latin typeface="Trebuchet MS"/>
                <a:ea typeface="Trebuchet MS"/>
                <a:cs typeface="Trebuchet MS"/>
                <a:sym typeface="Trebuchet MS"/>
              </a:rPr>
              <a:t>Conditional Statements</a:t>
            </a:r>
            <a:r>
              <a:rPr lang="en" sz="1500">
                <a:latin typeface="Trebuchet MS"/>
                <a:ea typeface="Trebuchet MS"/>
                <a:cs typeface="Trebuchet MS"/>
                <a:sym typeface="Trebuchet MS"/>
              </a:rPr>
              <a:t> - </a:t>
            </a:r>
            <a:r>
              <a:rPr lang="en" sz="1200">
                <a:latin typeface="Trebuchet MS"/>
                <a:ea typeface="Trebuchet MS"/>
                <a:cs typeface="Trebuchet MS"/>
                <a:sym typeface="Trebuchet MS"/>
              </a:rPr>
              <a:t>JavaScript provides several ways to handle conditions:</a:t>
            </a:r>
            <a:endParaRPr sz="1200">
              <a:latin typeface="Trebuchet MS"/>
              <a:ea typeface="Trebuchet MS"/>
              <a:cs typeface="Trebuchet MS"/>
              <a:sym typeface="Trebuchet MS"/>
            </a:endParaRPr>
          </a:p>
          <a:p>
            <a:pPr indent="0" lvl="0" marL="0" rtl="0" algn="l">
              <a:lnSpc>
                <a:spcPct val="98000"/>
              </a:lnSpc>
              <a:spcBef>
                <a:spcPts val="0"/>
              </a:spcBef>
              <a:spcAft>
                <a:spcPts val="0"/>
              </a:spcAft>
              <a:buNone/>
            </a:pPr>
            <a:r>
              <a:t/>
            </a:r>
            <a:endParaRPr sz="1300">
              <a:latin typeface="Trebuchet MS"/>
              <a:ea typeface="Trebuchet MS"/>
              <a:cs typeface="Trebuchet MS"/>
              <a:sym typeface="Trebuchet MS"/>
            </a:endParaRPr>
          </a:p>
          <a:p>
            <a:pPr indent="0" lvl="0" marL="0" rtl="0" algn="l">
              <a:lnSpc>
                <a:spcPct val="98000"/>
              </a:lnSpc>
              <a:spcBef>
                <a:spcPts val="0"/>
              </a:spcBef>
              <a:spcAft>
                <a:spcPts val="0"/>
              </a:spcAft>
              <a:buNone/>
            </a:pPr>
            <a:r>
              <a:t/>
            </a:r>
            <a:endParaRPr sz="1300">
              <a:latin typeface="Trebuchet MS"/>
              <a:ea typeface="Trebuchet MS"/>
              <a:cs typeface="Trebuchet MS"/>
              <a:sym typeface="Trebuchet MS"/>
            </a:endParaRPr>
          </a:p>
          <a:p>
            <a:pPr indent="0" lvl="0" marL="457200" rtl="0" algn="l">
              <a:lnSpc>
                <a:spcPct val="98000"/>
              </a:lnSpc>
              <a:spcBef>
                <a:spcPts val="0"/>
              </a:spcBef>
              <a:spcAft>
                <a:spcPts val="0"/>
              </a:spcAft>
              <a:buNone/>
            </a:pPr>
            <a:r>
              <a:rPr b="1" lang="en" sz="1300">
                <a:latin typeface="Trebuchet MS"/>
                <a:ea typeface="Trebuchet MS"/>
                <a:cs typeface="Trebuchet MS"/>
                <a:sym typeface="Trebuchet MS"/>
              </a:rPr>
              <a:t>if Statement 				if...else Statement			Ternary Operator (? :)</a:t>
            </a:r>
            <a:endParaRPr sz="1300">
              <a:latin typeface="Trebuchet MS"/>
              <a:ea typeface="Trebuchet MS"/>
              <a:cs typeface="Trebuchet MS"/>
              <a:sym typeface="Trebuchet MS"/>
            </a:endParaRPr>
          </a:p>
          <a:p>
            <a:pPr indent="0" lvl="0" marL="0" rtl="0" algn="l">
              <a:lnSpc>
                <a:spcPct val="98000"/>
              </a:lnSpc>
              <a:spcBef>
                <a:spcPts val="0"/>
              </a:spcBef>
              <a:spcAft>
                <a:spcPts val="0"/>
              </a:spcAft>
              <a:buNone/>
            </a:pPr>
            <a:r>
              <a:t/>
            </a:r>
            <a:endParaRPr sz="1300">
              <a:latin typeface="Trebuchet MS"/>
              <a:ea typeface="Trebuchet MS"/>
              <a:cs typeface="Trebuchet MS"/>
              <a:sym typeface="Trebuchet MS"/>
            </a:endParaRPr>
          </a:p>
          <a:p>
            <a:pPr indent="0" lvl="0" marL="457200" rtl="0" algn="l">
              <a:lnSpc>
                <a:spcPct val="98000"/>
              </a:lnSpc>
              <a:spcBef>
                <a:spcPts val="0"/>
              </a:spcBef>
              <a:spcAft>
                <a:spcPts val="0"/>
              </a:spcAft>
              <a:buNone/>
            </a:pPr>
            <a:r>
              <a:rPr lang="en" sz="1500">
                <a:latin typeface="Trebuchet MS"/>
                <a:ea typeface="Trebuchet MS"/>
                <a:cs typeface="Trebuchet MS"/>
                <a:sym typeface="Trebuchet MS"/>
              </a:rPr>
              <a:t>				</a:t>
            </a:r>
            <a:endParaRPr sz="1500">
              <a:latin typeface="Trebuchet MS"/>
              <a:ea typeface="Trebuchet MS"/>
              <a:cs typeface="Trebuchet MS"/>
              <a:sym typeface="Trebuchet MS"/>
            </a:endParaRPr>
          </a:p>
          <a:p>
            <a:pPr indent="-307975" lvl="0" marL="409575" rtl="0" algn="l">
              <a:lnSpc>
                <a:spcPct val="98000"/>
              </a:lnSpc>
              <a:spcBef>
                <a:spcPts val="1500"/>
              </a:spcBef>
              <a:spcAft>
                <a:spcPts val="0"/>
              </a:spcAft>
              <a:buClr>
                <a:schemeClr val="dk1"/>
              </a:buClr>
              <a:buSzPts val="1400"/>
              <a:buFont typeface="Calibri"/>
              <a:buNone/>
            </a:pPr>
            <a:r>
              <a:rPr lang="en" sz="700">
                <a:latin typeface="Trebuchet MS"/>
                <a:ea typeface="Trebuchet MS"/>
                <a:cs typeface="Trebuchet MS"/>
                <a:sym typeface="Trebuchet MS"/>
              </a:rPr>
              <a:t>               </a:t>
            </a:r>
            <a:endParaRPr i="0" sz="2000" u="none" cap="none" strike="noStrike">
              <a:solidFill>
                <a:schemeClr val="dk1"/>
              </a:solidFill>
              <a:latin typeface="Trebuchet MS"/>
              <a:ea typeface="Trebuchet MS"/>
              <a:cs typeface="Trebuchet MS"/>
              <a:sym typeface="Trebuchet MS"/>
            </a:endParaRPr>
          </a:p>
        </p:txBody>
      </p:sp>
      <p:pic>
        <p:nvPicPr>
          <p:cNvPr id="130" name="Google Shape;130;p24"/>
          <p:cNvPicPr preferRelativeResize="0"/>
          <p:nvPr/>
        </p:nvPicPr>
        <p:blipFill>
          <a:blip r:embed="rId3">
            <a:alphaModFix/>
          </a:blip>
          <a:stretch>
            <a:fillRect/>
          </a:stretch>
        </p:blipFill>
        <p:spPr>
          <a:xfrm>
            <a:off x="6959275" y="116633"/>
            <a:ext cx="2009775" cy="438150"/>
          </a:xfrm>
          <a:prstGeom prst="rect">
            <a:avLst/>
          </a:prstGeom>
          <a:noFill/>
          <a:ln>
            <a:noFill/>
          </a:ln>
        </p:spPr>
      </p:pic>
      <p:pic>
        <p:nvPicPr>
          <p:cNvPr id="131" name="Google Shape;131;p24"/>
          <p:cNvPicPr preferRelativeResize="0"/>
          <p:nvPr/>
        </p:nvPicPr>
        <p:blipFill>
          <a:blip r:embed="rId4">
            <a:alphaModFix/>
          </a:blip>
          <a:stretch>
            <a:fillRect/>
          </a:stretch>
        </p:blipFill>
        <p:spPr>
          <a:xfrm>
            <a:off x="829300" y="1224450"/>
            <a:ext cx="2691800" cy="697875"/>
          </a:xfrm>
          <a:prstGeom prst="rect">
            <a:avLst/>
          </a:prstGeom>
          <a:noFill/>
          <a:ln>
            <a:noFill/>
          </a:ln>
        </p:spPr>
      </p:pic>
      <p:pic>
        <p:nvPicPr>
          <p:cNvPr id="132" name="Google Shape;132;p24"/>
          <p:cNvPicPr preferRelativeResize="0"/>
          <p:nvPr/>
        </p:nvPicPr>
        <p:blipFill>
          <a:blip r:embed="rId5">
            <a:alphaModFix/>
          </a:blip>
          <a:stretch>
            <a:fillRect/>
          </a:stretch>
        </p:blipFill>
        <p:spPr>
          <a:xfrm>
            <a:off x="667925" y="3129650"/>
            <a:ext cx="1631825" cy="770275"/>
          </a:xfrm>
          <a:prstGeom prst="rect">
            <a:avLst/>
          </a:prstGeom>
          <a:noFill/>
          <a:ln>
            <a:noFill/>
          </a:ln>
        </p:spPr>
      </p:pic>
      <p:pic>
        <p:nvPicPr>
          <p:cNvPr id="133" name="Google Shape;133;p24"/>
          <p:cNvPicPr preferRelativeResize="0"/>
          <p:nvPr/>
        </p:nvPicPr>
        <p:blipFill>
          <a:blip r:embed="rId6">
            <a:alphaModFix/>
          </a:blip>
          <a:stretch>
            <a:fillRect/>
          </a:stretch>
        </p:blipFill>
        <p:spPr>
          <a:xfrm>
            <a:off x="3411675" y="3129650"/>
            <a:ext cx="1765776" cy="851775"/>
          </a:xfrm>
          <a:prstGeom prst="rect">
            <a:avLst/>
          </a:prstGeom>
          <a:noFill/>
          <a:ln>
            <a:noFill/>
          </a:ln>
        </p:spPr>
      </p:pic>
      <p:pic>
        <p:nvPicPr>
          <p:cNvPr id="134" name="Google Shape;134;p24"/>
          <p:cNvPicPr preferRelativeResize="0"/>
          <p:nvPr/>
        </p:nvPicPr>
        <p:blipFill>
          <a:blip r:embed="rId7">
            <a:alphaModFix/>
          </a:blip>
          <a:stretch>
            <a:fillRect/>
          </a:stretch>
        </p:blipFill>
        <p:spPr>
          <a:xfrm>
            <a:off x="5921158" y="3129650"/>
            <a:ext cx="2774716" cy="851775"/>
          </a:xfrm>
          <a:prstGeom prst="rect">
            <a:avLst/>
          </a:prstGeom>
          <a:noFill/>
          <a:ln>
            <a:noFill/>
          </a:ln>
        </p:spPr>
      </p:pic>
    </p:spTree>
  </p:cSld>
  <p:clrMapOvr>
    <a:masterClrMapping/>
  </p:clrMapOvr>
  <p:transition>
    <p:fade/>
  </p:transition>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 name="Shape 138"/>
        <p:cNvGrpSpPr/>
        <p:nvPr/>
      </p:nvGrpSpPr>
      <p:grpSpPr>
        <a:xfrm>
          <a:off x="0" y="0"/>
          <a:ext cx="0" cy="0"/>
          <a:chOff x="0" y="0"/>
          <a:chExt cx="0" cy="0"/>
        </a:xfrm>
      </p:grpSpPr>
      <p:sp>
        <p:nvSpPr>
          <p:cNvPr id="139" name="Google Shape;139;p25"/>
          <p:cNvSpPr txBox="1"/>
          <p:nvPr>
            <p:ph idx="1" type="body"/>
          </p:nvPr>
        </p:nvSpPr>
        <p:spPr>
          <a:xfrm>
            <a:off x="280550" y="175425"/>
            <a:ext cx="8564400" cy="4419300"/>
          </a:xfrm>
          <a:prstGeom prst="rect">
            <a:avLst/>
          </a:prstGeom>
          <a:noFill/>
          <a:ln>
            <a:noFill/>
          </a:ln>
        </p:spPr>
        <p:txBody>
          <a:bodyPr anchorCtr="0" anchor="t" bIns="45700" lIns="91425" spcFirstLastPara="1" rIns="91425" wrap="square" tIns="45700">
            <a:noAutofit/>
          </a:bodyPr>
          <a:lstStyle/>
          <a:p>
            <a:pPr indent="0" lvl="0" marL="0" rtl="0" algn="l">
              <a:lnSpc>
                <a:spcPct val="98000"/>
              </a:lnSpc>
              <a:spcBef>
                <a:spcPts val="0"/>
              </a:spcBef>
              <a:spcAft>
                <a:spcPts val="0"/>
              </a:spcAft>
              <a:buNone/>
            </a:pPr>
            <a:r>
              <a:rPr b="1" lang="en">
                <a:latin typeface="Trebuchet MS"/>
                <a:ea typeface="Trebuchet MS"/>
                <a:cs typeface="Trebuchet MS"/>
                <a:sym typeface="Trebuchet MS"/>
              </a:rPr>
              <a:t>JavaScript Supports Switch Statement</a:t>
            </a:r>
            <a:r>
              <a:rPr lang="en" sz="1400"/>
              <a:t> </a:t>
            </a:r>
            <a:endParaRPr sz="1400"/>
          </a:p>
          <a:p>
            <a:pPr indent="0" lvl="0" marL="457200" rtl="0" algn="l">
              <a:lnSpc>
                <a:spcPct val="98000"/>
              </a:lnSpc>
              <a:spcBef>
                <a:spcPts val="0"/>
              </a:spcBef>
              <a:spcAft>
                <a:spcPts val="0"/>
              </a:spcAft>
              <a:buNone/>
            </a:pPr>
            <a:r>
              <a:t/>
            </a:r>
            <a:endParaRPr sz="1400"/>
          </a:p>
          <a:p>
            <a:pPr indent="0" lvl="0" marL="0" rtl="0" algn="l">
              <a:spcBef>
                <a:spcPts val="480"/>
              </a:spcBef>
              <a:spcAft>
                <a:spcPts val="0"/>
              </a:spcAft>
              <a:buClr>
                <a:schemeClr val="dk1"/>
              </a:buClr>
              <a:buSzPts val="1100"/>
              <a:buFont typeface="Arial"/>
              <a:buNone/>
            </a:pPr>
            <a:r>
              <a:rPr lang="en" sz="1200"/>
              <a:t>const color = "green";</a:t>
            </a:r>
            <a:endParaRPr sz="1200"/>
          </a:p>
          <a:p>
            <a:pPr indent="0" lvl="0" marL="0" rtl="0" algn="l">
              <a:spcBef>
                <a:spcPts val="480"/>
              </a:spcBef>
              <a:spcAft>
                <a:spcPts val="0"/>
              </a:spcAft>
              <a:buClr>
                <a:schemeClr val="dk1"/>
              </a:buClr>
              <a:buSzPts val="1100"/>
              <a:buFont typeface="Arial"/>
              <a:buNone/>
            </a:pPr>
            <a:r>
              <a:rPr lang="en" sz="1200"/>
              <a:t>switch (color) {</a:t>
            </a:r>
            <a:endParaRPr sz="1200"/>
          </a:p>
          <a:p>
            <a:pPr indent="0" lvl="0" marL="0" rtl="0" algn="l">
              <a:spcBef>
                <a:spcPts val="480"/>
              </a:spcBef>
              <a:spcAft>
                <a:spcPts val="0"/>
              </a:spcAft>
              <a:buClr>
                <a:schemeClr val="dk1"/>
              </a:buClr>
              <a:buSzPts val="1100"/>
              <a:buFont typeface="Arial"/>
              <a:buNone/>
            </a:pPr>
            <a:r>
              <a:rPr lang="en" sz="1200"/>
              <a:t>  case "red":</a:t>
            </a:r>
            <a:endParaRPr sz="1200"/>
          </a:p>
          <a:p>
            <a:pPr indent="0" lvl="0" marL="0" rtl="0" algn="l">
              <a:spcBef>
                <a:spcPts val="480"/>
              </a:spcBef>
              <a:spcAft>
                <a:spcPts val="0"/>
              </a:spcAft>
              <a:buClr>
                <a:schemeClr val="dk1"/>
              </a:buClr>
              <a:buSzPts val="1100"/>
              <a:buFont typeface="Arial"/>
              <a:buNone/>
            </a:pPr>
            <a:r>
              <a:rPr lang="en" sz="1200"/>
              <a:t>    console.log("Stop");</a:t>
            </a:r>
            <a:endParaRPr sz="1200"/>
          </a:p>
          <a:p>
            <a:pPr indent="0" lvl="0" marL="0" rtl="0" algn="l">
              <a:spcBef>
                <a:spcPts val="480"/>
              </a:spcBef>
              <a:spcAft>
                <a:spcPts val="0"/>
              </a:spcAft>
              <a:buClr>
                <a:schemeClr val="dk1"/>
              </a:buClr>
              <a:buSzPts val="1100"/>
              <a:buFont typeface="Arial"/>
              <a:buNone/>
            </a:pPr>
            <a:r>
              <a:rPr lang="en" sz="1200"/>
              <a:t>    break;</a:t>
            </a:r>
            <a:endParaRPr sz="1200"/>
          </a:p>
          <a:p>
            <a:pPr indent="0" lvl="0" marL="0" rtl="0" algn="l">
              <a:spcBef>
                <a:spcPts val="480"/>
              </a:spcBef>
              <a:spcAft>
                <a:spcPts val="0"/>
              </a:spcAft>
              <a:buClr>
                <a:schemeClr val="dk1"/>
              </a:buClr>
              <a:buSzPts val="1100"/>
              <a:buFont typeface="Arial"/>
              <a:buNone/>
            </a:pPr>
            <a:r>
              <a:rPr lang="en" sz="1200"/>
              <a:t>  case "yellow":</a:t>
            </a:r>
            <a:endParaRPr sz="1200"/>
          </a:p>
          <a:p>
            <a:pPr indent="0" lvl="0" marL="0" rtl="0" algn="l">
              <a:spcBef>
                <a:spcPts val="480"/>
              </a:spcBef>
              <a:spcAft>
                <a:spcPts val="0"/>
              </a:spcAft>
              <a:buClr>
                <a:schemeClr val="dk1"/>
              </a:buClr>
              <a:buSzPts val="1100"/>
              <a:buFont typeface="Arial"/>
              <a:buNone/>
            </a:pPr>
            <a:r>
              <a:rPr lang="en" sz="1200"/>
              <a:t>    console.log("Caution");</a:t>
            </a:r>
            <a:endParaRPr sz="1200"/>
          </a:p>
          <a:p>
            <a:pPr indent="0" lvl="0" marL="0" rtl="0" algn="l">
              <a:spcBef>
                <a:spcPts val="480"/>
              </a:spcBef>
              <a:spcAft>
                <a:spcPts val="0"/>
              </a:spcAft>
              <a:buClr>
                <a:schemeClr val="dk1"/>
              </a:buClr>
              <a:buSzPts val="1100"/>
              <a:buFont typeface="Arial"/>
              <a:buNone/>
            </a:pPr>
            <a:r>
              <a:rPr lang="en" sz="1200"/>
              <a:t>    break;</a:t>
            </a:r>
            <a:endParaRPr sz="1200"/>
          </a:p>
          <a:p>
            <a:pPr indent="0" lvl="0" marL="0" rtl="0" algn="l">
              <a:spcBef>
                <a:spcPts val="480"/>
              </a:spcBef>
              <a:spcAft>
                <a:spcPts val="0"/>
              </a:spcAft>
              <a:buClr>
                <a:schemeClr val="dk1"/>
              </a:buClr>
              <a:buSzPts val="1100"/>
              <a:buFont typeface="Arial"/>
              <a:buNone/>
            </a:pPr>
            <a:r>
              <a:rPr lang="en" sz="1200"/>
              <a:t>  case "green":</a:t>
            </a:r>
            <a:endParaRPr sz="1200"/>
          </a:p>
          <a:p>
            <a:pPr indent="0" lvl="0" marL="0" rtl="0" algn="l">
              <a:spcBef>
                <a:spcPts val="480"/>
              </a:spcBef>
              <a:spcAft>
                <a:spcPts val="0"/>
              </a:spcAft>
              <a:buClr>
                <a:schemeClr val="dk1"/>
              </a:buClr>
              <a:buSzPts val="1100"/>
              <a:buFont typeface="Arial"/>
              <a:buNone/>
            </a:pPr>
            <a:r>
              <a:rPr lang="en" sz="1200"/>
              <a:t>    console.log("Go");</a:t>
            </a:r>
            <a:endParaRPr sz="1200"/>
          </a:p>
          <a:p>
            <a:pPr indent="0" lvl="0" marL="0" rtl="0" algn="l">
              <a:spcBef>
                <a:spcPts val="480"/>
              </a:spcBef>
              <a:spcAft>
                <a:spcPts val="0"/>
              </a:spcAft>
              <a:buClr>
                <a:schemeClr val="dk1"/>
              </a:buClr>
              <a:buSzPts val="1100"/>
              <a:buFont typeface="Arial"/>
              <a:buNone/>
            </a:pPr>
            <a:r>
              <a:rPr lang="en" sz="1200"/>
              <a:t>    break;</a:t>
            </a:r>
            <a:endParaRPr sz="1200"/>
          </a:p>
          <a:p>
            <a:pPr indent="0" lvl="0" marL="0" rtl="0" algn="l">
              <a:spcBef>
                <a:spcPts val="480"/>
              </a:spcBef>
              <a:spcAft>
                <a:spcPts val="0"/>
              </a:spcAft>
              <a:buClr>
                <a:schemeClr val="dk1"/>
              </a:buClr>
              <a:buSzPts val="1100"/>
              <a:buFont typeface="Arial"/>
              <a:buNone/>
            </a:pPr>
            <a:r>
              <a:rPr lang="en" sz="1200"/>
              <a:t>  default:</a:t>
            </a:r>
            <a:endParaRPr sz="1200"/>
          </a:p>
          <a:p>
            <a:pPr indent="0" lvl="0" marL="0" rtl="0" algn="l">
              <a:spcBef>
                <a:spcPts val="480"/>
              </a:spcBef>
              <a:spcAft>
                <a:spcPts val="0"/>
              </a:spcAft>
              <a:buClr>
                <a:schemeClr val="dk1"/>
              </a:buClr>
              <a:buSzPts val="1100"/>
              <a:buFont typeface="Arial"/>
              <a:buNone/>
            </a:pPr>
            <a:r>
              <a:rPr lang="en" sz="1200"/>
              <a:t>    console.log("Invalid color");</a:t>
            </a:r>
            <a:endParaRPr sz="1200"/>
          </a:p>
          <a:p>
            <a:pPr indent="0" lvl="0" marL="0" rtl="0" algn="l">
              <a:spcBef>
                <a:spcPts val="480"/>
              </a:spcBef>
              <a:spcAft>
                <a:spcPts val="0"/>
              </a:spcAft>
              <a:buClr>
                <a:schemeClr val="dk1"/>
              </a:buClr>
              <a:buSzPts val="1100"/>
              <a:buFont typeface="Arial"/>
              <a:buNone/>
            </a:pPr>
            <a:r>
              <a:rPr lang="en" sz="1200"/>
              <a:t>}</a:t>
            </a:r>
            <a:endParaRPr sz="1200"/>
          </a:p>
          <a:p>
            <a:pPr indent="0" lvl="0" marL="0" rtl="0" algn="l">
              <a:spcBef>
                <a:spcPts val="480"/>
              </a:spcBef>
              <a:spcAft>
                <a:spcPts val="0"/>
              </a:spcAft>
              <a:buClr>
                <a:schemeClr val="dk1"/>
              </a:buClr>
              <a:buSzPts val="1100"/>
              <a:buFont typeface="Arial"/>
              <a:buNone/>
            </a:pPr>
            <a:r>
              <a:t/>
            </a:r>
            <a:endParaRPr sz="1400"/>
          </a:p>
          <a:p>
            <a:pPr indent="0" lvl="0" marL="0" rtl="0" algn="l">
              <a:spcBef>
                <a:spcPts val="480"/>
              </a:spcBef>
              <a:spcAft>
                <a:spcPts val="0"/>
              </a:spcAft>
              <a:buClr>
                <a:schemeClr val="dk1"/>
              </a:buClr>
              <a:buSzPts val="1100"/>
              <a:buFont typeface="Arial"/>
              <a:buNone/>
            </a:pPr>
            <a:r>
              <a:t/>
            </a:r>
            <a:endParaRPr sz="1400"/>
          </a:p>
        </p:txBody>
      </p:sp>
      <p:pic>
        <p:nvPicPr>
          <p:cNvPr id="140" name="Google Shape;140;p25"/>
          <p:cNvPicPr preferRelativeResize="0"/>
          <p:nvPr/>
        </p:nvPicPr>
        <p:blipFill>
          <a:blip r:embed="rId3">
            <a:alphaModFix/>
          </a:blip>
          <a:stretch>
            <a:fillRect/>
          </a:stretch>
        </p:blipFill>
        <p:spPr>
          <a:xfrm>
            <a:off x="6959275" y="116633"/>
            <a:ext cx="2009775" cy="438150"/>
          </a:xfrm>
          <a:prstGeom prst="rect">
            <a:avLst/>
          </a:prstGeom>
          <a:noFill/>
          <a:ln>
            <a:noFill/>
          </a:ln>
        </p:spPr>
      </p:pic>
    </p:spTree>
  </p:cSld>
  <p:clrMapOvr>
    <a:masterClrMapping/>
  </p:clrMapOvr>
  <p:transition>
    <p:fade/>
  </p:transition>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 name="Shape 144"/>
        <p:cNvGrpSpPr/>
        <p:nvPr/>
      </p:nvGrpSpPr>
      <p:grpSpPr>
        <a:xfrm>
          <a:off x="0" y="0"/>
          <a:ext cx="0" cy="0"/>
          <a:chOff x="0" y="0"/>
          <a:chExt cx="0" cy="0"/>
        </a:xfrm>
      </p:grpSpPr>
      <p:sp>
        <p:nvSpPr>
          <p:cNvPr id="145" name="Google Shape;145;p26"/>
          <p:cNvSpPr txBox="1"/>
          <p:nvPr>
            <p:ph idx="1" type="body"/>
          </p:nvPr>
        </p:nvSpPr>
        <p:spPr>
          <a:xfrm>
            <a:off x="280550" y="199350"/>
            <a:ext cx="8564400" cy="4657200"/>
          </a:xfrm>
          <a:prstGeom prst="rect">
            <a:avLst/>
          </a:prstGeom>
          <a:noFill/>
          <a:ln>
            <a:noFill/>
          </a:ln>
        </p:spPr>
        <p:txBody>
          <a:bodyPr anchorCtr="0" anchor="t" bIns="45700" lIns="91425" spcFirstLastPara="1" rIns="91425" wrap="square" tIns="45700">
            <a:noAutofit/>
          </a:bodyPr>
          <a:lstStyle/>
          <a:p>
            <a:pPr indent="-342900" lvl="0" marL="457200" rtl="0" algn="l">
              <a:lnSpc>
                <a:spcPct val="98000"/>
              </a:lnSpc>
              <a:spcBef>
                <a:spcPts val="0"/>
              </a:spcBef>
              <a:spcAft>
                <a:spcPts val="0"/>
              </a:spcAft>
              <a:buSzPts val="1800"/>
              <a:buChar char="➢"/>
            </a:pPr>
            <a:r>
              <a:rPr b="1" lang="en" sz="1900">
                <a:latin typeface="Trebuchet MS"/>
                <a:ea typeface="Trebuchet MS"/>
                <a:cs typeface="Trebuchet MS"/>
                <a:sym typeface="Trebuchet MS"/>
              </a:rPr>
              <a:t>For Loop</a:t>
            </a:r>
            <a:br>
              <a:rPr lang="en" sz="1600">
                <a:latin typeface="Trebuchet MS"/>
                <a:ea typeface="Trebuchet MS"/>
                <a:cs typeface="Trebuchet MS"/>
                <a:sym typeface="Trebuchet MS"/>
              </a:rPr>
            </a:br>
            <a:endParaRPr sz="1400">
              <a:latin typeface="Trebuchet MS"/>
              <a:ea typeface="Trebuchet MS"/>
              <a:cs typeface="Trebuchet MS"/>
              <a:sym typeface="Trebuchet MS"/>
            </a:endParaRPr>
          </a:p>
          <a:p>
            <a:pPr indent="0" lvl="0" marL="0" rtl="0" algn="l">
              <a:lnSpc>
                <a:spcPct val="98000"/>
              </a:lnSpc>
              <a:spcBef>
                <a:spcPts val="0"/>
              </a:spcBef>
              <a:spcAft>
                <a:spcPts val="0"/>
              </a:spcAft>
              <a:buNone/>
            </a:pPr>
            <a:r>
              <a:t/>
            </a:r>
            <a:endParaRPr sz="1400">
              <a:latin typeface="Trebuchet MS"/>
              <a:ea typeface="Trebuchet MS"/>
              <a:cs typeface="Trebuchet MS"/>
              <a:sym typeface="Trebuchet MS"/>
            </a:endParaRPr>
          </a:p>
          <a:p>
            <a:pPr indent="0" lvl="0" marL="0" rtl="0" algn="l">
              <a:lnSpc>
                <a:spcPct val="98000"/>
              </a:lnSpc>
              <a:spcBef>
                <a:spcPts val="0"/>
              </a:spcBef>
              <a:spcAft>
                <a:spcPts val="0"/>
              </a:spcAft>
              <a:buNone/>
            </a:pPr>
            <a:r>
              <a:t/>
            </a:r>
            <a:endParaRPr sz="1400">
              <a:latin typeface="Trebuchet MS"/>
              <a:ea typeface="Trebuchet MS"/>
              <a:cs typeface="Trebuchet MS"/>
              <a:sym typeface="Trebuchet MS"/>
            </a:endParaRPr>
          </a:p>
          <a:p>
            <a:pPr indent="0" lvl="0" marL="0" rtl="0" algn="l">
              <a:lnSpc>
                <a:spcPct val="98000"/>
              </a:lnSpc>
              <a:spcBef>
                <a:spcPts val="0"/>
              </a:spcBef>
              <a:spcAft>
                <a:spcPts val="0"/>
              </a:spcAft>
              <a:buNone/>
            </a:pPr>
            <a:r>
              <a:t/>
            </a:r>
            <a:endParaRPr sz="1600">
              <a:latin typeface="Trebuchet MS"/>
              <a:ea typeface="Trebuchet MS"/>
              <a:cs typeface="Trebuchet MS"/>
              <a:sym typeface="Trebuchet MS"/>
            </a:endParaRPr>
          </a:p>
          <a:p>
            <a:pPr indent="-342900" lvl="0" marL="457200" rtl="0" algn="l">
              <a:lnSpc>
                <a:spcPct val="98000"/>
              </a:lnSpc>
              <a:spcBef>
                <a:spcPts val="0"/>
              </a:spcBef>
              <a:spcAft>
                <a:spcPts val="0"/>
              </a:spcAft>
              <a:buSzPts val="1800"/>
              <a:buFont typeface="Trebuchet MS"/>
              <a:buChar char="➢"/>
            </a:pPr>
            <a:r>
              <a:rPr b="1" lang="en" sz="1800">
                <a:latin typeface="Trebuchet MS"/>
                <a:ea typeface="Trebuchet MS"/>
                <a:cs typeface="Trebuchet MS"/>
                <a:sym typeface="Trebuchet MS"/>
              </a:rPr>
              <a:t>For...each Loop</a:t>
            </a:r>
            <a:endParaRPr b="1" sz="1800">
              <a:latin typeface="Trebuchet MS"/>
              <a:ea typeface="Trebuchet MS"/>
              <a:cs typeface="Trebuchet MS"/>
              <a:sym typeface="Trebuchet MS"/>
            </a:endParaRPr>
          </a:p>
          <a:p>
            <a:pPr indent="0" lvl="0" marL="457200" rtl="0" algn="l">
              <a:lnSpc>
                <a:spcPct val="98000"/>
              </a:lnSpc>
              <a:spcBef>
                <a:spcPts val="0"/>
              </a:spcBef>
              <a:spcAft>
                <a:spcPts val="0"/>
              </a:spcAft>
              <a:buNone/>
            </a:pPr>
            <a:r>
              <a:t/>
            </a:r>
            <a:endParaRPr sz="1400">
              <a:latin typeface="Trebuchet MS"/>
              <a:ea typeface="Trebuchet MS"/>
              <a:cs typeface="Trebuchet MS"/>
              <a:sym typeface="Trebuchet MS"/>
            </a:endParaRPr>
          </a:p>
          <a:p>
            <a:pPr indent="0" lvl="0" marL="457200" rtl="0" algn="l">
              <a:lnSpc>
                <a:spcPct val="98000"/>
              </a:lnSpc>
              <a:spcBef>
                <a:spcPts val="0"/>
              </a:spcBef>
              <a:spcAft>
                <a:spcPts val="0"/>
              </a:spcAft>
              <a:buNone/>
            </a:pPr>
            <a:r>
              <a:t/>
            </a:r>
            <a:endParaRPr sz="1400">
              <a:latin typeface="Trebuchet MS"/>
              <a:ea typeface="Trebuchet MS"/>
              <a:cs typeface="Trebuchet MS"/>
              <a:sym typeface="Trebuchet MS"/>
            </a:endParaRPr>
          </a:p>
          <a:p>
            <a:pPr indent="0" lvl="0" marL="457200" rtl="0" algn="l">
              <a:lnSpc>
                <a:spcPct val="98000"/>
              </a:lnSpc>
              <a:spcBef>
                <a:spcPts val="0"/>
              </a:spcBef>
              <a:spcAft>
                <a:spcPts val="0"/>
              </a:spcAft>
              <a:buNone/>
            </a:pPr>
            <a:r>
              <a:t/>
            </a:r>
            <a:endParaRPr sz="1400">
              <a:latin typeface="Trebuchet MS"/>
              <a:ea typeface="Trebuchet MS"/>
              <a:cs typeface="Trebuchet MS"/>
              <a:sym typeface="Trebuchet MS"/>
            </a:endParaRPr>
          </a:p>
          <a:p>
            <a:pPr indent="0" lvl="0" marL="457200" rtl="0" algn="l">
              <a:lnSpc>
                <a:spcPct val="98000"/>
              </a:lnSpc>
              <a:spcBef>
                <a:spcPts val="0"/>
              </a:spcBef>
              <a:spcAft>
                <a:spcPts val="0"/>
              </a:spcAft>
              <a:buNone/>
            </a:pPr>
            <a:r>
              <a:t/>
            </a:r>
            <a:endParaRPr sz="1400">
              <a:latin typeface="Trebuchet MS"/>
              <a:ea typeface="Trebuchet MS"/>
              <a:cs typeface="Trebuchet MS"/>
              <a:sym typeface="Trebuchet MS"/>
            </a:endParaRPr>
          </a:p>
          <a:p>
            <a:pPr indent="0" lvl="0" marL="457200" rtl="0" algn="l">
              <a:lnSpc>
                <a:spcPct val="98000"/>
              </a:lnSpc>
              <a:spcBef>
                <a:spcPts val="0"/>
              </a:spcBef>
              <a:spcAft>
                <a:spcPts val="0"/>
              </a:spcAft>
              <a:buNone/>
            </a:pPr>
            <a:r>
              <a:t/>
            </a:r>
            <a:endParaRPr sz="1400">
              <a:latin typeface="Trebuchet MS"/>
              <a:ea typeface="Trebuchet MS"/>
              <a:cs typeface="Trebuchet MS"/>
              <a:sym typeface="Trebuchet MS"/>
            </a:endParaRPr>
          </a:p>
          <a:p>
            <a:pPr indent="0" lvl="0" marL="457200" rtl="0" algn="l">
              <a:lnSpc>
                <a:spcPct val="98000"/>
              </a:lnSpc>
              <a:spcBef>
                <a:spcPts val="0"/>
              </a:spcBef>
              <a:spcAft>
                <a:spcPts val="0"/>
              </a:spcAft>
              <a:buNone/>
            </a:pPr>
            <a:r>
              <a:t/>
            </a:r>
            <a:endParaRPr sz="1400">
              <a:latin typeface="Trebuchet MS"/>
              <a:ea typeface="Trebuchet MS"/>
              <a:cs typeface="Trebuchet MS"/>
              <a:sym typeface="Trebuchet MS"/>
            </a:endParaRPr>
          </a:p>
          <a:p>
            <a:pPr indent="0" lvl="0" marL="457200" rtl="0" algn="l">
              <a:lnSpc>
                <a:spcPct val="98000"/>
              </a:lnSpc>
              <a:spcBef>
                <a:spcPts val="0"/>
              </a:spcBef>
              <a:spcAft>
                <a:spcPts val="0"/>
              </a:spcAft>
              <a:buNone/>
            </a:pPr>
            <a:r>
              <a:t/>
            </a:r>
            <a:endParaRPr sz="1400">
              <a:latin typeface="Trebuchet MS"/>
              <a:ea typeface="Trebuchet MS"/>
              <a:cs typeface="Trebuchet MS"/>
              <a:sym typeface="Trebuchet MS"/>
            </a:endParaRPr>
          </a:p>
          <a:p>
            <a:pPr indent="-342900" lvl="0" marL="457200" rtl="0" algn="l">
              <a:lnSpc>
                <a:spcPct val="98000"/>
              </a:lnSpc>
              <a:spcBef>
                <a:spcPts val="0"/>
              </a:spcBef>
              <a:spcAft>
                <a:spcPts val="0"/>
              </a:spcAft>
              <a:buSzPts val="1800"/>
              <a:buFont typeface="Trebuchet MS"/>
              <a:buChar char="➢"/>
            </a:pPr>
            <a:r>
              <a:rPr b="1" lang="en" sz="1800">
                <a:latin typeface="Trebuchet MS"/>
                <a:ea typeface="Trebuchet MS"/>
                <a:cs typeface="Trebuchet MS"/>
                <a:sym typeface="Trebuchet MS"/>
              </a:rPr>
              <a:t>For...in Loop</a:t>
            </a:r>
            <a:endParaRPr b="1" sz="1800">
              <a:latin typeface="Trebuchet MS"/>
              <a:ea typeface="Trebuchet MS"/>
              <a:cs typeface="Trebuchet MS"/>
              <a:sym typeface="Trebuchet MS"/>
            </a:endParaRPr>
          </a:p>
          <a:p>
            <a:pPr indent="0" lvl="0" marL="457200" rtl="0" algn="l">
              <a:lnSpc>
                <a:spcPct val="98000"/>
              </a:lnSpc>
              <a:spcBef>
                <a:spcPts val="0"/>
              </a:spcBef>
              <a:spcAft>
                <a:spcPts val="0"/>
              </a:spcAft>
              <a:buNone/>
            </a:pPr>
            <a:r>
              <a:t/>
            </a:r>
            <a:endParaRPr sz="1600">
              <a:latin typeface="Trebuchet MS"/>
              <a:ea typeface="Trebuchet MS"/>
              <a:cs typeface="Trebuchet MS"/>
              <a:sym typeface="Trebuchet MS"/>
            </a:endParaRPr>
          </a:p>
          <a:p>
            <a:pPr indent="0" lvl="0" marL="457200" rtl="0" algn="l">
              <a:lnSpc>
                <a:spcPct val="98000"/>
              </a:lnSpc>
              <a:spcBef>
                <a:spcPts val="0"/>
              </a:spcBef>
              <a:spcAft>
                <a:spcPts val="0"/>
              </a:spcAft>
              <a:buNone/>
            </a:pPr>
            <a:r>
              <a:t/>
            </a:r>
            <a:endParaRPr sz="1600">
              <a:latin typeface="Trebuchet MS"/>
              <a:ea typeface="Trebuchet MS"/>
              <a:cs typeface="Trebuchet MS"/>
              <a:sym typeface="Trebuchet MS"/>
            </a:endParaRPr>
          </a:p>
        </p:txBody>
      </p:sp>
      <p:pic>
        <p:nvPicPr>
          <p:cNvPr id="146" name="Google Shape;146;p26"/>
          <p:cNvPicPr preferRelativeResize="0"/>
          <p:nvPr/>
        </p:nvPicPr>
        <p:blipFill>
          <a:blip r:embed="rId3">
            <a:alphaModFix/>
          </a:blip>
          <a:stretch>
            <a:fillRect/>
          </a:stretch>
        </p:blipFill>
        <p:spPr>
          <a:xfrm>
            <a:off x="6959275" y="116633"/>
            <a:ext cx="2009775" cy="438150"/>
          </a:xfrm>
          <a:prstGeom prst="rect">
            <a:avLst/>
          </a:prstGeom>
          <a:noFill/>
          <a:ln>
            <a:noFill/>
          </a:ln>
        </p:spPr>
      </p:pic>
      <p:pic>
        <p:nvPicPr>
          <p:cNvPr id="147" name="Google Shape;147;p26"/>
          <p:cNvPicPr preferRelativeResize="0"/>
          <p:nvPr/>
        </p:nvPicPr>
        <p:blipFill>
          <a:blip r:embed="rId4">
            <a:alphaModFix/>
          </a:blip>
          <a:stretch>
            <a:fillRect/>
          </a:stretch>
        </p:blipFill>
        <p:spPr>
          <a:xfrm>
            <a:off x="812975" y="613727"/>
            <a:ext cx="3255425" cy="581575"/>
          </a:xfrm>
          <a:prstGeom prst="rect">
            <a:avLst/>
          </a:prstGeom>
          <a:noFill/>
          <a:ln>
            <a:noFill/>
          </a:ln>
        </p:spPr>
      </p:pic>
      <p:pic>
        <p:nvPicPr>
          <p:cNvPr id="148" name="Google Shape;148;p26"/>
          <p:cNvPicPr preferRelativeResize="0"/>
          <p:nvPr/>
        </p:nvPicPr>
        <p:blipFill>
          <a:blip r:embed="rId5">
            <a:alphaModFix/>
          </a:blip>
          <a:stretch>
            <a:fillRect/>
          </a:stretch>
        </p:blipFill>
        <p:spPr>
          <a:xfrm>
            <a:off x="5411900" y="652800"/>
            <a:ext cx="1976104" cy="581575"/>
          </a:xfrm>
          <a:prstGeom prst="rect">
            <a:avLst/>
          </a:prstGeom>
          <a:noFill/>
          <a:ln>
            <a:noFill/>
          </a:ln>
        </p:spPr>
      </p:pic>
      <p:pic>
        <p:nvPicPr>
          <p:cNvPr id="149" name="Google Shape;149;p26"/>
          <p:cNvPicPr preferRelativeResize="0"/>
          <p:nvPr/>
        </p:nvPicPr>
        <p:blipFill>
          <a:blip r:embed="rId6">
            <a:alphaModFix/>
          </a:blip>
          <a:stretch>
            <a:fillRect/>
          </a:stretch>
        </p:blipFill>
        <p:spPr>
          <a:xfrm>
            <a:off x="812975" y="3688850"/>
            <a:ext cx="3255425" cy="791203"/>
          </a:xfrm>
          <a:prstGeom prst="rect">
            <a:avLst/>
          </a:prstGeom>
          <a:noFill/>
          <a:ln>
            <a:noFill/>
          </a:ln>
        </p:spPr>
      </p:pic>
      <p:pic>
        <p:nvPicPr>
          <p:cNvPr id="150" name="Google Shape;150;p26"/>
          <p:cNvPicPr preferRelativeResize="0"/>
          <p:nvPr/>
        </p:nvPicPr>
        <p:blipFill>
          <a:blip r:embed="rId7">
            <a:alphaModFix/>
          </a:blip>
          <a:stretch>
            <a:fillRect/>
          </a:stretch>
        </p:blipFill>
        <p:spPr>
          <a:xfrm>
            <a:off x="812975" y="1765925"/>
            <a:ext cx="3192776" cy="1155175"/>
          </a:xfrm>
          <a:prstGeom prst="rect">
            <a:avLst/>
          </a:prstGeom>
          <a:noFill/>
          <a:ln>
            <a:noFill/>
          </a:ln>
        </p:spPr>
      </p:pic>
    </p:spTree>
  </p:cSld>
  <p:clrMapOvr>
    <a:masterClrMapping/>
  </p:clrMapOvr>
  <p:transition>
    <p:fade/>
  </p:transition>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4" name="Shape 154"/>
        <p:cNvGrpSpPr/>
        <p:nvPr/>
      </p:nvGrpSpPr>
      <p:grpSpPr>
        <a:xfrm>
          <a:off x="0" y="0"/>
          <a:ext cx="0" cy="0"/>
          <a:chOff x="0" y="0"/>
          <a:chExt cx="0" cy="0"/>
        </a:xfrm>
      </p:grpSpPr>
      <p:sp>
        <p:nvSpPr>
          <p:cNvPr id="155" name="Google Shape;155;p27"/>
          <p:cNvSpPr txBox="1"/>
          <p:nvPr>
            <p:ph type="title"/>
          </p:nvPr>
        </p:nvSpPr>
        <p:spPr>
          <a:xfrm>
            <a:off x="280559" y="153535"/>
            <a:ext cx="8564400" cy="409500"/>
          </a:xfrm>
          <a:prstGeom prst="rect">
            <a:avLst/>
          </a:prstGeom>
          <a:noFill/>
          <a:ln>
            <a:noFill/>
          </a:ln>
        </p:spPr>
        <p:txBody>
          <a:bodyPr anchorCtr="0" anchor="ctr" bIns="45700" lIns="91425" spcFirstLastPara="1" rIns="91425" wrap="square" tIns="45700">
            <a:noAutofit/>
          </a:bodyPr>
          <a:lstStyle/>
          <a:p>
            <a:pPr indent="0" lvl="0" marL="0" rtl="0" algn="l">
              <a:lnSpc>
                <a:spcPct val="98000"/>
              </a:lnSpc>
              <a:spcBef>
                <a:spcPts val="0"/>
              </a:spcBef>
              <a:spcAft>
                <a:spcPts val="0"/>
              </a:spcAft>
              <a:buClr>
                <a:schemeClr val="dk1"/>
              </a:buClr>
              <a:buSzPts val="1400"/>
              <a:buFont typeface="Calibri"/>
              <a:buNone/>
            </a:pPr>
            <a:r>
              <a:rPr b="1" lang="en" sz="3000">
                <a:latin typeface="Trebuchet MS"/>
                <a:ea typeface="Trebuchet MS"/>
                <a:cs typeface="Trebuchet MS"/>
                <a:sym typeface="Trebuchet MS"/>
              </a:rPr>
              <a:t>Array</a:t>
            </a:r>
            <a:endParaRPr b="1" sz="2000">
              <a:latin typeface="Trebuchet MS"/>
              <a:ea typeface="Trebuchet MS"/>
              <a:cs typeface="Trebuchet MS"/>
              <a:sym typeface="Trebuchet MS"/>
            </a:endParaRPr>
          </a:p>
        </p:txBody>
      </p:sp>
      <p:sp>
        <p:nvSpPr>
          <p:cNvPr id="156" name="Google Shape;156;p27"/>
          <p:cNvSpPr txBox="1"/>
          <p:nvPr>
            <p:ph idx="1" type="body"/>
          </p:nvPr>
        </p:nvSpPr>
        <p:spPr>
          <a:xfrm>
            <a:off x="280559" y="847312"/>
            <a:ext cx="8564400" cy="37554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200"/>
              </a:spcBef>
              <a:spcAft>
                <a:spcPts val="0"/>
              </a:spcAft>
              <a:buNone/>
            </a:pPr>
            <a:r>
              <a:rPr lang="en" sz="1400">
                <a:latin typeface="Trebuchet MS"/>
                <a:ea typeface="Trebuchet MS"/>
                <a:cs typeface="Trebuchet MS"/>
                <a:sym typeface="Trebuchet MS"/>
              </a:rPr>
              <a:t>An </a:t>
            </a:r>
            <a:r>
              <a:rPr b="1" lang="en" sz="1400">
                <a:latin typeface="Trebuchet MS"/>
                <a:ea typeface="Trebuchet MS"/>
                <a:cs typeface="Trebuchet MS"/>
                <a:sym typeface="Trebuchet MS"/>
              </a:rPr>
              <a:t>array</a:t>
            </a:r>
            <a:r>
              <a:rPr lang="en" sz="1400">
                <a:latin typeface="Trebuchet MS"/>
                <a:ea typeface="Trebuchet MS"/>
                <a:cs typeface="Trebuchet MS"/>
                <a:sym typeface="Trebuchet MS"/>
              </a:rPr>
              <a:t> in JavaScript is a special variable that can hold more than one value at a time. It’s used to store multiple items in a single variable.</a:t>
            </a:r>
            <a:endParaRPr sz="1400">
              <a:latin typeface="Trebuchet MS"/>
              <a:ea typeface="Trebuchet MS"/>
              <a:cs typeface="Trebuchet MS"/>
              <a:sym typeface="Trebuchet MS"/>
            </a:endParaRPr>
          </a:p>
          <a:p>
            <a:pPr indent="0" lvl="0" marL="0" rtl="0" algn="l">
              <a:lnSpc>
                <a:spcPct val="115000"/>
              </a:lnSpc>
              <a:spcBef>
                <a:spcPts val="1200"/>
              </a:spcBef>
              <a:spcAft>
                <a:spcPts val="0"/>
              </a:spcAft>
              <a:buNone/>
            </a:pPr>
            <a:r>
              <a:rPr b="1" lang="en" sz="1400">
                <a:latin typeface="Trebuchet MS"/>
                <a:ea typeface="Trebuchet MS"/>
                <a:cs typeface="Trebuchet MS"/>
                <a:sym typeface="Trebuchet MS"/>
              </a:rPr>
              <a:t>Key Features of Arrays</a:t>
            </a:r>
            <a:endParaRPr b="1" sz="1400">
              <a:latin typeface="Trebuchet MS"/>
              <a:ea typeface="Trebuchet MS"/>
              <a:cs typeface="Trebuchet MS"/>
              <a:sym typeface="Trebuchet MS"/>
            </a:endParaRPr>
          </a:p>
          <a:p>
            <a:pPr indent="-317500" lvl="0" marL="457200" rtl="0" algn="l">
              <a:lnSpc>
                <a:spcPct val="115000"/>
              </a:lnSpc>
              <a:spcBef>
                <a:spcPts val="1200"/>
              </a:spcBef>
              <a:spcAft>
                <a:spcPts val="0"/>
              </a:spcAft>
              <a:buSzPts val="1400"/>
              <a:buFont typeface="Trebuchet MS"/>
              <a:buAutoNum type="arabicPeriod"/>
            </a:pPr>
            <a:r>
              <a:rPr b="1" lang="en" sz="1400">
                <a:latin typeface="Trebuchet MS"/>
                <a:ea typeface="Trebuchet MS"/>
                <a:cs typeface="Trebuchet MS"/>
                <a:sym typeface="Trebuchet MS"/>
              </a:rPr>
              <a:t>Ordered</a:t>
            </a:r>
            <a:r>
              <a:rPr lang="en" sz="1400">
                <a:latin typeface="Trebuchet MS"/>
                <a:ea typeface="Trebuchet MS"/>
                <a:cs typeface="Trebuchet MS"/>
                <a:sym typeface="Trebuchet MS"/>
              </a:rPr>
              <a:t>: Elements in an array are stored in an ordered sequence.</a:t>
            </a:r>
            <a:endParaRPr sz="1400">
              <a:latin typeface="Trebuchet MS"/>
              <a:ea typeface="Trebuchet MS"/>
              <a:cs typeface="Trebuchet MS"/>
              <a:sym typeface="Trebuchet MS"/>
            </a:endParaRPr>
          </a:p>
          <a:p>
            <a:pPr indent="-317500" lvl="0" marL="457200" rtl="0" algn="l">
              <a:lnSpc>
                <a:spcPct val="115000"/>
              </a:lnSpc>
              <a:spcBef>
                <a:spcPts val="0"/>
              </a:spcBef>
              <a:spcAft>
                <a:spcPts val="0"/>
              </a:spcAft>
              <a:buSzPts val="1400"/>
              <a:buFont typeface="Trebuchet MS"/>
              <a:buAutoNum type="arabicPeriod"/>
            </a:pPr>
            <a:r>
              <a:rPr b="1" lang="en" sz="1400">
                <a:latin typeface="Trebuchet MS"/>
                <a:ea typeface="Trebuchet MS"/>
                <a:cs typeface="Trebuchet MS"/>
                <a:sym typeface="Trebuchet MS"/>
              </a:rPr>
              <a:t>Indexing</a:t>
            </a:r>
            <a:r>
              <a:rPr lang="en" sz="1400">
                <a:latin typeface="Trebuchet MS"/>
                <a:ea typeface="Trebuchet MS"/>
                <a:cs typeface="Trebuchet MS"/>
                <a:sym typeface="Trebuchet MS"/>
              </a:rPr>
              <a:t>: Each element has an index, starting from </a:t>
            </a:r>
            <a:r>
              <a:rPr lang="en" sz="1400">
                <a:solidFill>
                  <a:srgbClr val="188038"/>
                </a:solidFill>
                <a:latin typeface="Trebuchet MS"/>
                <a:ea typeface="Trebuchet MS"/>
                <a:cs typeface="Trebuchet MS"/>
                <a:sym typeface="Trebuchet MS"/>
              </a:rPr>
              <a:t>0</a:t>
            </a:r>
            <a:r>
              <a:rPr lang="en" sz="1400">
                <a:latin typeface="Trebuchet MS"/>
                <a:ea typeface="Trebuchet MS"/>
                <a:cs typeface="Trebuchet MS"/>
                <a:sym typeface="Trebuchet MS"/>
              </a:rPr>
              <a:t>.</a:t>
            </a:r>
            <a:endParaRPr sz="1400">
              <a:latin typeface="Trebuchet MS"/>
              <a:ea typeface="Trebuchet MS"/>
              <a:cs typeface="Trebuchet MS"/>
              <a:sym typeface="Trebuchet MS"/>
            </a:endParaRPr>
          </a:p>
          <a:p>
            <a:pPr indent="-317500" lvl="0" marL="457200" rtl="0" algn="l">
              <a:lnSpc>
                <a:spcPct val="115000"/>
              </a:lnSpc>
              <a:spcBef>
                <a:spcPts val="0"/>
              </a:spcBef>
              <a:spcAft>
                <a:spcPts val="0"/>
              </a:spcAft>
              <a:buSzPts val="1400"/>
              <a:buFont typeface="Trebuchet MS"/>
              <a:buAutoNum type="arabicPeriod"/>
            </a:pPr>
            <a:r>
              <a:rPr b="1" lang="en" sz="1400">
                <a:latin typeface="Trebuchet MS"/>
                <a:ea typeface="Trebuchet MS"/>
                <a:cs typeface="Trebuchet MS"/>
                <a:sym typeface="Trebuchet MS"/>
              </a:rPr>
              <a:t>Flexible</a:t>
            </a:r>
            <a:r>
              <a:rPr lang="en" sz="1400">
                <a:latin typeface="Trebuchet MS"/>
                <a:ea typeface="Trebuchet MS"/>
                <a:cs typeface="Trebuchet MS"/>
                <a:sym typeface="Trebuchet MS"/>
              </a:rPr>
              <a:t>: Arrays can store different types of data (e.g., numbers, strings, objects).</a:t>
            </a:r>
            <a:endParaRPr sz="1400">
              <a:latin typeface="Trebuchet MS"/>
              <a:ea typeface="Trebuchet MS"/>
              <a:cs typeface="Trebuchet MS"/>
              <a:sym typeface="Trebuchet MS"/>
            </a:endParaRPr>
          </a:p>
          <a:p>
            <a:pPr indent="0" lvl="0" marL="0" rtl="0" algn="l">
              <a:lnSpc>
                <a:spcPct val="115000"/>
              </a:lnSpc>
              <a:spcBef>
                <a:spcPts val="1400"/>
              </a:spcBef>
              <a:spcAft>
                <a:spcPts val="0"/>
              </a:spcAft>
              <a:buNone/>
            </a:pPr>
            <a:r>
              <a:rPr b="1" lang="en" sz="1400">
                <a:latin typeface="Trebuchet MS"/>
                <a:ea typeface="Trebuchet MS"/>
                <a:cs typeface="Trebuchet MS"/>
                <a:sym typeface="Trebuchet MS"/>
              </a:rPr>
              <a:t>Creating an Array</a:t>
            </a:r>
            <a:endParaRPr sz="1400">
              <a:latin typeface="Trebuchet MS"/>
              <a:ea typeface="Trebuchet MS"/>
              <a:cs typeface="Trebuchet MS"/>
              <a:sym typeface="Trebuchet MS"/>
            </a:endParaRPr>
          </a:p>
          <a:p>
            <a:pPr indent="0" lvl="0" marL="457200" rtl="0" algn="l">
              <a:lnSpc>
                <a:spcPct val="98000"/>
              </a:lnSpc>
              <a:spcBef>
                <a:spcPts val="400"/>
              </a:spcBef>
              <a:spcAft>
                <a:spcPts val="0"/>
              </a:spcAft>
              <a:buNone/>
            </a:pPr>
            <a:r>
              <a:rPr lang="en" sz="1400">
                <a:solidFill>
                  <a:srgbClr val="188038"/>
                </a:solidFill>
                <a:latin typeface="Trebuchet MS"/>
                <a:ea typeface="Trebuchet MS"/>
                <a:cs typeface="Trebuchet MS"/>
                <a:sym typeface="Trebuchet MS"/>
              </a:rPr>
              <a:t>// Using square brackets</a:t>
            </a:r>
            <a:endParaRPr sz="1400">
              <a:solidFill>
                <a:srgbClr val="188038"/>
              </a:solidFill>
              <a:latin typeface="Trebuchet MS"/>
              <a:ea typeface="Trebuchet MS"/>
              <a:cs typeface="Trebuchet MS"/>
              <a:sym typeface="Trebuchet MS"/>
            </a:endParaRPr>
          </a:p>
          <a:p>
            <a:pPr indent="-339725" lvl="0" marL="409575" rtl="0" algn="l">
              <a:lnSpc>
                <a:spcPct val="98000"/>
              </a:lnSpc>
              <a:spcBef>
                <a:spcPts val="0"/>
              </a:spcBef>
              <a:spcAft>
                <a:spcPts val="0"/>
              </a:spcAft>
              <a:buSzPts val="1400"/>
              <a:buFont typeface="Trebuchet MS"/>
              <a:buChar char="●"/>
            </a:pPr>
            <a:r>
              <a:rPr lang="en" sz="1400">
                <a:solidFill>
                  <a:srgbClr val="188038"/>
                </a:solidFill>
                <a:latin typeface="Trebuchet MS"/>
                <a:ea typeface="Trebuchet MS"/>
                <a:cs typeface="Trebuchet MS"/>
                <a:sym typeface="Trebuchet MS"/>
              </a:rPr>
              <a:t>const fruits = ["apple", "banana", "cherry"];</a:t>
            </a:r>
            <a:endParaRPr sz="1400">
              <a:solidFill>
                <a:srgbClr val="188038"/>
              </a:solidFill>
              <a:latin typeface="Trebuchet MS"/>
              <a:ea typeface="Trebuchet MS"/>
              <a:cs typeface="Trebuchet MS"/>
              <a:sym typeface="Trebuchet MS"/>
            </a:endParaRPr>
          </a:p>
          <a:p>
            <a:pPr indent="0" lvl="0" marL="457200" rtl="0" algn="l">
              <a:lnSpc>
                <a:spcPct val="98000"/>
              </a:lnSpc>
              <a:spcBef>
                <a:spcPts val="0"/>
              </a:spcBef>
              <a:spcAft>
                <a:spcPts val="0"/>
              </a:spcAft>
              <a:buNone/>
            </a:pPr>
            <a:r>
              <a:t/>
            </a:r>
            <a:endParaRPr sz="1400">
              <a:solidFill>
                <a:srgbClr val="188038"/>
              </a:solidFill>
              <a:latin typeface="Trebuchet MS"/>
              <a:ea typeface="Trebuchet MS"/>
              <a:cs typeface="Trebuchet MS"/>
              <a:sym typeface="Trebuchet MS"/>
            </a:endParaRPr>
          </a:p>
          <a:p>
            <a:pPr indent="0" lvl="0" marL="457200" rtl="0" algn="l">
              <a:lnSpc>
                <a:spcPct val="98000"/>
              </a:lnSpc>
              <a:spcBef>
                <a:spcPts val="0"/>
              </a:spcBef>
              <a:spcAft>
                <a:spcPts val="0"/>
              </a:spcAft>
              <a:buNone/>
            </a:pPr>
            <a:r>
              <a:rPr lang="en" sz="1400">
                <a:solidFill>
                  <a:srgbClr val="188038"/>
                </a:solidFill>
                <a:latin typeface="Trebuchet MS"/>
                <a:ea typeface="Trebuchet MS"/>
                <a:cs typeface="Trebuchet MS"/>
                <a:sym typeface="Trebuchet MS"/>
              </a:rPr>
              <a:t>// Using Array constructor</a:t>
            </a:r>
            <a:endParaRPr sz="1400">
              <a:solidFill>
                <a:srgbClr val="188038"/>
              </a:solidFill>
              <a:latin typeface="Trebuchet MS"/>
              <a:ea typeface="Trebuchet MS"/>
              <a:cs typeface="Trebuchet MS"/>
              <a:sym typeface="Trebuchet MS"/>
            </a:endParaRPr>
          </a:p>
          <a:p>
            <a:pPr indent="-339725" lvl="0" marL="409575" rtl="0" algn="l">
              <a:lnSpc>
                <a:spcPct val="98000"/>
              </a:lnSpc>
              <a:spcBef>
                <a:spcPts val="0"/>
              </a:spcBef>
              <a:spcAft>
                <a:spcPts val="0"/>
              </a:spcAft>
              <a:buSzPts val="1400"/>
              <a:buFont typeface="Trebuchet MS"/>
              <a:buChar char="●"/>
            </a:pPr>
            <a:r>
              <a:rPr lang="en" sz="1400">
                <a:solidFill>
                  <a:srgbClr val="188038"/>
                </a:solidFill>
                <a:latin typeface="Trebuchet MS"/>
                <a:ea typeface="Trebuchet MS"/>
                <a:cs typeface="Trebuchet MS"/>
                <a:sym typeface="Trebuchet MS"/>
              </a:rPr>
              <a:t>const numbers = new Array(1, 2, 3, 4);</a:t>
            </a:r>
            <a:endParaRPr sz="1400">
              <a:latin typeface="Trebuchet MS"/>
              <a:ea typeface="Trebuchet MS"/>
              <a:cs typeface="Trebuchet MS"/>
              <a:sym typeface="Trebuchet MS"/>
            </a:endParaRPr>
          </a:p>
        </p:txBody>
      </p:sp>
      <p:pic>
        <p:nvPicPr>
          <p:cNvPr id="157" name="Google Shape;157;p27"/>
          <p:cNvPicPr preferRelativeResize="0"/>
          <p:nvPr/>
        </p:nvPicPr>
        <p:blipFill>
          <a:blip r:embed="rId3">
            <a:alphaModFix/>
          </a:blip>
          <a:stretch>
            <a:fillRect/>
          </a:stretch>
        </p:blipFill>
        <p:spPr>
          <a:xfrm>
            <a:off x="6959275" y="116633"/>
            <a:ext cx="2009775" cy="438150"/>
          </a:xfrm>
          <a:prstGeom prst="rect">
            <a:avLst/>
          </a:prstGeom>
          <a:noFill/>
          <a:ln>
            <a:noFill/>
          </a:ln>
        </p:spPr>
      </p:pic>
    </p:spTree>
  </p:cSld>
  <p:clrMapOvr>
    <a:masterClrMapping/>
  </p:clrMapOvr>
  <p:transition>
    <p:fade/>
  </p:transition>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1" name="Shape 161"/>
        <p:cNvGrpSpPr/>
        <p:nvPr/>
      </p:nvGrpSpPr>
      <p:grpSpPr>
        <a:xfrm>
          <a:off x="0" y="0"/>
          <a:ext cx="0" cy="0"/>
          <a:chOff x="0" y="0"/>
          <a:chExt cx="0" cy="0"/>
        </a:xfrm>
      </p:grpSpPr>
      <p:sp>
        <p:nvSpPr>
          <p:cNvPr id="162" name="Google Shape;162;p28"/>
          <p:cNvSpPr txBox="1"/>
          <p:nvPr/>
        </p:nvSpPr>
        <p:spPr>
          <a:xfrm>
            <a:off x="247200" y="223300"/>
            <a:ext cx="8022300" cy="43986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400"/>
              </a:spcBef>
              <a:spcAft>
                <a:spcPts val="0"/>
              </a:spcAft>
              <a:buClr>
                <a:schemeClr val="dk1"/>
              </a:buClr>
              <a:buSzPts val="1100"/>
              <a:buFont typeface="Arial"/>
              <a:buNone/>
            </a:pPr>
            <a:r>
              <a:rPr b="1" lang="en" sz="1300">
                <a:solidFill>
                  <a:schemeClr val="dk1"/>
                </a:solidFill>
                <a:latin typeface="Trebuchet MS"/>
                <a:ea typeface="Trebuchet MS"/>
                <a:cs typeface="Trebuchet MS"/>
                <a:sym typeface="Trebuchet MS"/>
              </a:rPr>
              <a:t>Accessing Array Elements</a:t>
            </a:r>
            <a:endParaRPr b="1" sz="1300">
              <a:solidFill>
                <a:schemeClr val="dk1"/>
              </a:solidFill>
              <a:latin typeface="Trebuchet MS"/>
              <a:ea typeface="Trebuchet MS"/>
              <a:cs typeface="Trebuchet MS"/>
              <a:sym typeface="Trebuchet MS"/>
            </a:endParaRPr>
          </a:p>
          <a:p>
            <a:pPr indent="0" lvl="0" marL="0" rtl="0" algn="l">
              <a:lnSpc>
                <a:spcPct val="115000"/>
              </a:lnSpc>
              <a:spcBef>
                <a:spcPts val="1200"/>
              </a:spcBef>
              <a:spcAft>
                <a:spcPts val="0"/>
              </a:spcAft>
              <a:buClr>
                <a:schemeClr val="dk1"/>
              </a:buClr>
              <a:buSzPts val="1100"/>
              <a:buFont typeface="Arial"/>
              <a:buNone/>
            </a:pPr>
            <a:r>
              <a:rPr lang="en" sz="1100">
                <a:solidFill>
                  <a:schemeClr val="dk1"/>
                </a:solidFill>
                <a:latin typeface="Trebuchet MS"/>
                <a:ea typeface="Trebuchet MS"/>
                <a:cs typeface="Trebuchet MS"/>
                <a:sym typeface="Trebuchet MS"/>
              </a:rPr>
              <a:t>Access elements using their index:</a:t>
            </a:r>
            <a:endParaRPr sz="1100">
              <a:solidFill>
                <a:schemeClr val="dk1"/>
              </a:solidFill>
              <a:latin typeface="Trebuchet MS"/>
              <a:ea typeface="Trebuchet MS"/>
              <a:cs typeface="Trebuchet MS"/>
              <a:sym typeface="Trebuchet MS"/>
            </a:endParaRPr>
          </a:p>
          <a:p>
            <a:pPr indent="0" lvl="0" marL="457200" rtl="0" algn="l">
              <a:lnSpc>
                <a:spcPct val="98000"/>
              </a:lnSpc>
              <a:spcBef>
                <a:spcPts val="1200"/>
              </a:spcBef>
              <a:spcAft>
                <a:spcPts val="0"/>
              </a:spcAft>
              <a:buNone/>
            </a:pPr>
            <a:r>
              <a:rPr lang="en" sz="1100">
                <a:solidFill>
                  <a:srgbClr val="188038"/>
                </a:solidFill>
                <a:latin typeface="Trebuchet MS"/>
                <a:ea typeface="Trebuchet MS"/>
                <a:cs typeface="Trebuchet MS"/>
                <a:sym typeface="Trebuchet MS"/>
              </a:rPr>
              <a:t>const fruits = ["apple", "banana", "cherry"];</a:t>
            </a:r>
            <a:endParaRPr sz="1100">
              <a:solidFill>
                <a:srgbClr val="188038"/>
              </a:solidFill>
              <a:latin typeface="Trebuchet MS"/>
              <a:ea typeface="Trebuchet MS"/>
              <a:cs typeface="Trebuchet MS"/>
              <a:sym typeface="Trebuchet MS"/>
            </a:endParaRPr>
          </a:p>
          <a:p>
            <a:pPr indent="0" lvl="0" marL="457200" rtl="0" algn="l">
              <a:lnSpc>
                <a:spcPct val="98000"/>
              </a:lnSpc>
              <a:spcBef>
                <a:spcPts val="0"/>
              </a:spcBef>
              <a:spcAft>
                <a:spcPts val="0"/>
              </a:spcAft>
              <a:buNone/>
            </a:pPr>
            <a:r>
              <a:rPr lang="en" sz="1100">
                <a:solidFill>
                  <a:srgbClr val="188038"/>
                </a:solidFill>
                <a:latin typeface="Trebuchet MS"/>
                <a:ea typeface="Trebuchet MS"/>
                <a:cs typeface="Trebuchet MS"/>
                <a:sym typeface="Trebuchet MS"/>
              </a:rPr>
              <a:t>console.log(fruits[0]); // Outputs: apple</a:t>
            </a:r>
            <a:endParaRPr sz="1100">
              <a:solidFill>
                <a:srgbClr val="188038"/>
              </a:solidFill>
              <a:latin typeface="Trebuchet MS"/>
              <a:ea typeface="Trebuchet MS"/>
              <a:cs typeface="Trebuchet MS"/>
              <a:sym typeface="Trebuchet MS"/>
            </a:endParaRPr>
          </a:p>
          <a:p>
            <a:pPr indent="0" lvl="0" marL="457200" rtl="0" algn="l">
              <a:lnSpc>
                <a:spcPct val="98000"/>
              </a:lnSpc>
              <a:spcBef>
                <a:spcPts val="0"/>
              </a:spcBef>
              <a:spcAft>
                <a:spcPts val="0"/>
              </a:spcAft>
              <a:buNone/>
            </a:pPr>
            <a:r>
              <a:rPr lang="en" sz="1100">
                <a:solidFill>
                  <a:srgbClr val="188038"/>
                </a:solidFill>
                <a:latin typeface="Trebuchet MS"/>
                <a:ea typeface="Trebuchet MS"/>
                <a:cs typeface="Trebuchet MS"/>
                <a:sym typeface="Trebuchet MS"/>
              </a:rPr>
              <a:t>console.log(fruits[2]); // Outputs: cherry</a:t>
            </a:r>
            <a:endParaRPr sz="1100">
              <a:solidFill>
                <a:schemeClr val="dk1"/>
              </a:solidFill>
              <a:latin typeface="Trebuchet MS"/>
              <a:ea typeface="Trebuchet MS"/>
              <a:cs typeface="Trebuchet MS"/>
              <a:sym typeface="Trebuchet MS"/>
            </a:endParaRPr>
          </a:p>
          <a:p>
            <a:pPr indent="0" lvl="0" marL="0" rtl="0" algn="l">
              <a:lnSpc>
                <a:spcPct val="115000"/>
              </a:lnSpc>
              <a:spcBef>
                <a:spcPts val="1400"/>
              </a:spcBef>
              <a:spcAft>
                <a:spcPts val="0"/>
              </a:spcAft>
              <a:buNone/>
            </a:pPr>
            <a:r>
              <a:rPr b="1" lang="en" sz="1300">
                <a:solidFill>
                  <a:schemeClr val="dk1"/>
                </a:solidFill>
                <a:latin typeface="Trebuchet MS"/>
                <a:ea typeface="Trebuchet MS"/>
                <a:cs typeface="Trebuchet MS"/>
                <a:sym typeface="Trebuchet MS"/>
              </a:rPr>
              <a:t>Common Array Methods</a:t>
            </a:r>
            <a:endParaRPr b="1" sz="1300">
              <a:solidFill>
                <a:schemeClr val="dk1"/>
              </a:solidFill>
              <a:latin typeface="Trebuchet MS"/>
              <a:ea typeface="Trebuchet MS"/>
              <a:cs typeface="Trebuchet MS"/>
              <a:sym typeface="Trebuchet MS"/>
            </a:endParaRPr>
          </a:p>
          <a:p>
            <a:pPr indent="0" lvl="0" marL="0" rtl="0" algn="l">
              <a:lnSpc>
                <a:spcPct val="115000"/>
              </a:lnSpc>
              <a:spcBef>
                <a:spcPts val="1400"/>
              </a:spcBef>
              <a:spcAft>
                <a:spcPts val="0"/>
              </a:spcAft>
              <a:buClr>
                <a:schemeClr val="dk1"/>
              </a:buClr>
              <a:buSzPts val="1100"/>
              <a:buFont typeface="Arial"/>
              <a:buNone/>
            </a:pPr>
            <a:r>
              <a:rPr lang="en" sz="1100">
                <a:solidFill>
                  <a:schemeClr val="dk1"/>
                </a:solidFill>
                <a:latin typeface="Trebuchet MS"/>
                <a:ea typeface="Trebuchet MS"/>
                <a:cs typeface="Trebuchet MS"/>
                <a:sym typeface="Trebuchet MS"/>
              </a:rPr>
              <a:t>Here are some commonly used methods:</a:t>
            </a:r>
            <a:endParaRPr sz="1100">
              <a:solidFill>
                <a:schemeClr val="dk1"/>
              </a:solidFill>
              <a:latin typeface="Trebuchet MS"/>
              <a:ea typeface="Trebuchet MS"/>
              <a:cs typeface="Trebuchet MS"/>
              <a:sym typeface="Trebuchet MS"/>
            </a:endParaRPr>
          </a:p>
          <a:p>
            <a:pPr indent="0" lvl="0" marL="0" rtl="0" algn="l">
              <a:lnSpc>
                <a:spcPct val="115000"/>
              </a:lnSpc>
              <a:spcBef>
                <a:spcPts val="1200"/>
              </a:spcBef>
              <a:spcAft>
                <a:spcPts val="0"/>
              </a:spcAft>
              <a:buClr>
                <a:schemeClr val="dk1"/>
              </a:buClr>
              <a:buSzPts val="1100"/>
              <a:buFont typeface="Arial"/>
              <a:buNone/>
            </a:pPr>
            <a:r>
              <a:rPr b="1" lang="en" sz="1100">
                <a:solidFill>
                  <a:schemeClr val="dk1"/>
                </a:solidFill>
                <a:latin typeface="Trebuchet MS"/>
                <a:ea typeface="Trebuchet MS"/>
                <a:cs typeface="Trebuchet MS"/>
                <a:sym typeface="Trebuchet MS"/>
              </a:rPr>
              <a:t>1. Adding/Removing Elements</a:t>
            </a:r>
            <a:endParaRPr b="1" sz="1100">
              <a:solidFill>
                <a:schemeClr val="dk1"/>
              </a:solidFill>
              <a:latin typeface="Trebuchet MS"/>
              <a:ea typeface="Trebuchet MS"/>
              <a:cs typeface="Trebuchet MS"/>
              <a:sym typeface="Trebuchet MS"/>
            </a:endParaRPr>
          </a:p>
          <a:p>
            <a:pPr indent="-307975" lvl="0" marL="409575" rtl="0" algn="l">
              <a:lnSpc>
                <a:spcPct val="98000"/>
              </a:lnSpc>
              <a:spcBef>
                <a:spcPts val="200"/>
              </a:spcBef>
              <a:spcAft>
                <a:spcPts val="0"/>
              </a:spcAft>
              <a:buClr>
                <a:schemeClr val="dk1"/>
              </a:buClr>
              <a:buSzPts val="900"/>
              <a:buFont typeface="Noto Sans Symbols"/>
              <a:buChar char="●"/>
            </a:pPr>
            <a:r>
              <a:rPr b="1" lang="en" sz="1100">
                <a:solidFill>
                  <a:schemeClr val="dk1"/>
                </a:solidFill>
                <a:latin typeface="Trebuchet MS"/>
                <a:ea typeface="Trebuchet MS"/>
                <a:cs typeface="Trebuchet MS"/>
                <a:sym typeface="Trebuchet MS"/>
              </a:rPr>
              <a:t>Push</a:t>
            </a:r>
            <a:r>
              <a:rPr lang="en" sz="1100">
                <a:solidFill>
                  <a:schemeClr val="dk1"/>
                </a:solidFill>
                <a:latin typeface="Trebuchet MS"/>
                <a:ea typeface="Trebuchet MS"/>
                <a:cs typeface="Trebuchet MS"/>
                <a:sym typeface="Trebuchet MS"/>
              </a:rPr>
              <a:t>: Add to the end of the array.</a:t>
            </a:r>
            <a:br>
              <a:rPr lang="en" sz="1100">
                <a:solidFill>
                  <a:schemeClr val="dk1"/>
                </a:solidFill>
                <a:latin typeface="Trebuchet MS"/>
                <a:ea typeface="Trebuchet MS"/>
                <a:cs typeface="Trebuchet MS"/>
                <a:sym typeface="Trebuchet MS"/>
              </a:rPr>
            </a:br>
            <a:r>
              <a:rPr lang="en" sz="1100">
                <a:solidFill>
                  <a:srgbClr val="188038"/>
                </a:solidFill>
                <a:latin typeface="Trebuchet MS"/>
                <a:ea typeface="Trebuchet MS"/>
                <a:cs typeface="Trebuchet MS"/>
                <a:sym typeface="Trebuchet MS"/>
              </a:rPr>
              <a:t>fruits.push("grape"); // ["apple", "banana", "cherry", "grape"]</a:t>
            </a:r>
            <a:endParaRPr sz="1100">
              <a:solidFill>
                <a:srgbClr val="188038"/>
              </a:solidFill>
              <a:latin typeface="Trebuchet MS"/>
              <a:ea typeface="Trebuchet MS"/>
              <a:cs typeface="Trebuchet MS"/>
              <a:sym typeface="Trebuchet MS"/>
            </a:endParaRPr>
          </a:p>
          <a:p>
            <a:pPr indent="0" lvl="0" marL="457200" rtl="0" algn="l">
              <a:lnSpc>
                <a:spcPct val="98000"/>
              </a:lnSpc>
              <a:spcBef>
                <a:spcPts val="0"/>
              </a:spcBef>
              <a:spcAft>
                <a:spcPts val="0"/>
              </a:spcAft>
              <a:buNone/>
            </a:pPr>
            <a:r>
              <a:t/>
            </a:r>
            <a:endParaRPr sz="1100">
              <a:solidFill>
                <a:srgbClr val="188038"/>
              </a:solidFill>
              <a:latin typeface="Trebuchet MS"/>
              <a:ea typeface="Trebuchet MS"/>
              <a:cs typeface="Trebuchet MS"/>
              <a:sym typeface="Trebuchet MS"/>
            </a:endParaRPr>
          </a:p>
          <a:p>
            <a:pPr indent="-307975" lvl="0" marL="409575" rtl="0" algn="l">
              <a:lnSpc>
                <a:spcPct val="98000"/>
              </a:lnSpc>
              <a:spcBef>
                <a:spcPts val="0"/>
              </a:spcBef>
              <a:spcAft>
                <a:spcPts val="0"/>
              </a:spcAft>
              <a:buClr>
                <a:schemeClr val="dk1"/>
              </a:buClr>
              <a:buSzPts val="900"/>
              <a:buFont typeface="Noto Sans Symbols"/>
              <a:buChar char="●"/>
            </a:pPr>
            <a:r>
              <a:rPr b="1" lang="en" sz="1100">
                <a:solidFill>
                  <a:schemeClr val="dk1"/>
                </a:solidFill>
                <a:latin typeface="Trebuchet MS"/>
                <a:ea typeface="Trebuchet MS"/>
                <a:cs typeface="Trebuchet MS"/>
                <a:sym typeface="Trebuchet MS"/>
              </a:rPr>
              <a:t>Pop</a:t>
            </a:r>
            <a:r>
              <a:rPr lang="en" sz="1100">
                <a:solidFill>
                  <a:schemeClr val="dk1"/>
                </a:solidFill>
                <a:latin typeface="Trebuchet MS"/>
                <a:ea typeface="Trebuchet MS"/>
                <a:cs typeface="Trebuchet MS"/>
                <a:sym typeface="Trebuchet MS"/>
              </a:rPr>
              <a:t>: Remove the last element.</a:t>
            </a:r>
            <a:br>
              <a:rPr lang="en" sz="1100">
                <a:solidFill>
                  <a:schemeClr val="dk1"/>
                </a:solidFill>
                <a:latin typeface="Trebuchet MS"/>
                <a:ea typeface="Trebuchet MS"/>
                <a:cs typeface="Trebuchet MS"/>
                <a:sym typeface="Trebuchet MS"/>
              </a:rPr>
            </a:br>
            <a:r>
              <a:rPr lang="en" sz="1100">
                <a:solidFill>
                  <a:srgbClr val="188038"/>
                </a:solidFill>
                <a:latin typeface="Trebuchet MS"/>
                <a:ea typeface="Trebuchet MS"/>
                <a:cs typeface="Trebuchet MS"/>
                <a:sym typeface="Trebuchet MS"/>
              </a:rPr>
              <a:t>fruits.pop(); // ["apple", "banana", "cherry"]</a:t>
            </a:r>
            <a:endParaRPr sz="1100">
              <a:solidFill>
                <a:srgbClr val="188038"/>
              </a:solidFill>
              <a:latin typeface="Trebuchet MS"/>
              <a:ea typeface="Trebuchet MS"/>
              <a:cs typeface="Trebuchet MS"/>
              <a:sym typeface="Trebuchet MS"/>
            </a:endParaRPr>
          </a:p>
          <a:p>
            <a:pPr indent="0" lvl="0" marL="457200" rtl="0" algn="l">
              <a:lnSpc>
                <a:spcPct val="98000"/>
              </a:lnSpc>
              <a:spcBef>
                <a:spcPts val="0"/>
              </a:spcBef>
              <a:spcAft>
                <a:spcPts val="0"/>
              </a:spcAft>
              <a:buNone/>
            </a:pPr>
            <a:r>
              <a:t/>
            </a:r>
            <a:endParaRPr sz="1100">
              <a:solidFill>
                <a:srgbClr val="188038"/>
              </a:solidFill>
              <a:latin typeface="Trebuchet MS"/>
              <a:ea typeface="Trebuchet MS"/>
              <a:cs typeface="Trebuchet MS"/>
              <a:sym typeface="Trebuchet MS"/>
            </a:endParaRPr>
          </a:p>
          <a:p>
            <a:pPr indent="-307975" lvl="0" marL="409575" rtl="0" algn="l">
              <a:lnSpc>
                <a:spcPct val="98000"/>
              </a:lnSpc>
              <a:spcBef>
                <a:spcPts val="0"/>
              </a:spcBef>
              <a:spcAft>
                <a:spcPts val="0"/>
              </a:spcAft>
              <a:buClr>
                <a:schemeClr val="dk1"/>
              </a:buClr>
              <a:buSzPts val="900"/>
              <a:buFont typeface="Noto Sans Symbols"/>
              <a:buChar char="●"/>
            </a:pPr>
            <a:r>
              <a:rPr b="1" lang="en" sz="1100">
                <a:solidFill>
                  <a:schemeClr val="dk1"/>
                </a:solidFill>
                <a:latin typeface="Trebuchet MS"/>
                <a:ea typeface="Trebuchet MS"/>
                <a:cs typeface="Trebuchet MS"/>
                <a:sym typeface="Trebuchet MS"/>
              </a:rPr>
              <a:t>Unshift</a:t>
            </a:r>
            <a:r>
              <a:rPr lang="en" sz="1100">
                <a:solidFill>
                  <a:schemeClr val="dk1"/>
                </a:solidFill>
                <a:latin typeface="Trebuchet MS"/>
                <a:ea typeface="Trebuchet MS"/>
                <a:cs typeface="Trebuchet MS"/>
                <a:sym typeface="Trebuchet MS"/>
              </a:rPr>
              <a:t>: Add to the beginning.</a:t>
            </a:r>
            <a:br>
              <a:rPr lang="en" sz="1100">
                <a:solidFill>
                  <a:schemeClr val="dk1"/>
                </a:solidFill>
                <a:latin typeface="Trebuchet MS"/>
                <a:ea typeface="Trebuchet MS"/>
                <a:cs typeface="Trebuchet MS"/>
                <a:sym typeface="Trebuchet MS"/>
              </a:rPr>
            </a:br>
            <a:r>
              <a:rPr lang="en" sz="1100">
                <a:solidFill>
                  <a:srgbClr val="188038"/>
                </a:solidFill>
                <a:latin typeface="Trebuchet MS"/>
                <a:ea typeface="Trebuchet MS"/>
                <a:cs typeface="Trebuchet MS"/>
                <a:sym typeface="Trebuchet MS"/>
              </a:rPr>
              <a:t>fruits.unshift("orange"); // ["orange", "apple", "banana", "cherry"]</a:t>
            </a:r>
            <a:endParaRPr sz="1100">
              <a:solidFill>
                <a:srgbClr val="188038"/>
              </a:solidFill>
              <a:latin typeface="Trebuchet MS"/>
              <a:ea typeface="Trebuchet MS"/>
              <a:cs typeface="Trebuchet MS"/>
              <a:sym typeface="Trebuchet MS"/>
            </a:endParaRPr>
          </a:p>
          <a:p>
            <a:pPr indent="0" lvl="0" marL="457200" rtl="0" algn="l">
              <a:lnSpc>
                <a:spcPct val="98000"/>
              </a:lnSpc>
              <a:spcBef>
                <a:spcPts val="0"/>
              </a:spcBef>
              <a:spcAft>
                <a:spcPts val="0"/>
              </a:spcAft>
              <a:buNone/>
            </a:pPr>
            <a:r>
              <a:t/>
            </a:r>
            <a:endParaRPr sz="1100">
              <a:solidFill>
                <a:srgbClr val="188038"/>
              </a:solidFill>
              <a:latin typeface="Trebuchet MS"/>
              <a:ea typeface="Trebuchet MS"/>
              <a:cs typeface="Trebuchet MS"/>
              <a:sym typeface="Trebuchet MS"/>
            </a:endParaRPr>
          </a:p>
          <a:p>
            <a:pPr indent="-307975" lvl="0" marL="409575" rtl="0" algn="l">
              <a:lnSpc>
                <a:spcPct val="98000"/>
              </a:lnSpc>
              <a:spcBef>
                <a:spcPts val="0"/>
              </a:spcBef>
              <a:spcAft>
                <a:spcPts val="0"/>
              </a:spcAft>
              <a:buClr>
                <a:schemeClr val="dk1"/>
              </a:buClr>
              <a:buSzPts val="900"/>
              <a:buFont typeface="Noto Sans Symbols"/>
              <a:buChar char="●"/>
            </a:pPr>
            <a:r>
              <a:rPr b="1" lang="en" sz="1100">
                <a:solidFill>
                  <a:schemeClr val="dk1"/>
                </a:solidFill>
                <a:latin typeface="Trebuchet MS"/>
                <a:ea typeface="Trebuchet MS"/>
                <a:cs typeface="Trebuchet MS"/>
                <a:sym typeface="Trebuchet MS"/>
              </a:rPr>
              <a:t>Shift</a:t>
            </a:r>
            <a:r>
              <a:rPr lang="en" sz="1100">
                <a:solidFill>
                  <a:schemeClr val="dk1"/>
                </a:solidFill>
                <a:latin typeface="Trebuchet MS"/>
                <a:ea typeface="Trebuchet MS"/>
                <a:cs typeface="Trebuchet MS"/>
                <a:sym typeface="Trebuchet MS"/>
              </a:rPr>
              <a:t>: Remove the first element.</a:t>
            </a:r>
            <a:br>
              <a:rPr lang="en" sz="1100">
                <a:solidFill>
                  <a:schemeClr val="dk1"/>
                </a:solidFill>
                <a:latin typeface="Trebuchet MS"/>
                <a:ea typeface="Trebuchet MS"/>
                <a:cs typeface="Trebuchet MS"/>
                <a:sym typeface="Trebuchet MS"/>
              </a:rPr>
            </a:br>
            <a:r>
              <a:rPr lang="en" sz="1100">
                <a:solidFill>
                  <a:srgbClr val="188038"/>
                </a:solidFill>
                <a:latin typeface="Trebuchet MS"/>
                <a:ea typeface="Trebuchet MS"/>
                <a:cs typeface="Trebuchet MS"/>
                <a:sym typeface="Trebuchet MS"/>
              </a:rPr>
              <a:t>fruits.shift(); // ["apple", "banana", "cherry"]</a:t>
            </a:r>
            <a:endParaRPr sz="1100">
              <a:solidFill>
                <a:schemeClr val="dk1"/>
              </a:solidFill>
              <a:latin typeface="Trebuchet MS"/>
              <a:ea typeface="Trebuchet MS"/>
              <a:cs typeface="Trebuchet MS"/>
              <a:sym typeface="Trebuchet MS"/>
            </a:endParaRPr>
          </a:p>
        </p:txBody>
      </p:sp>
      <p:pic>
        <p:nvPicPr>
          <p:cNvPr id="163" name="Google Shape;163;p28"/>
          <p:cNvPicPr preferRelativeResize="0"/>
          <p:nvPr/>
        </p:nvPicPr>
        <p:blipFill>
          <a:blip r:embed="rId3">
            <a:alphaModFix/>
          </a:blip>
          <a:stretch>
            <a:fillRect/>
          </a:stretch>
        </p:blipFill>
        <p:spPr>
          <a:xfrm>
            <a:off x="6959275" y="116633"/>
            <a:ext cx="2009775" cy="43815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 name="Shape 167"/>
        <p:cNvGrpSpPr/>
        <p:nvPr/>
      </p:nvGrpSpPr>
      <p:grpSpPr>
        <a:xfrm>
          <a:off x="0" y="0"/>
          <a:ext cx="0" cy="0"/>
          <a:chOff x="0" y="0"/>
          <a:chExt cx="0" cy="0"/>
        </a:xfrm>
      </p:grpSpPr>
      <p:sp>
        <p:nvSpPr>
          <p:cNvPr id="168" name="Google Shape;168;p29"/>
          <p:cNvSpPr txBox="1"/>
          <p:nvPr>
            <p:ph idx="1" type="body"/>
          </p:nvPr>
        </p:nvSpPr>
        <p:spPr>
          <a:xfrm>
            <a:off x="280550" y="151524"/>
            <a:ext cx="8564400" cy="4443000"/>
          </a:xfrm>
          <a:prstGeom prst="rect">
            <a:avLst/>
          </a:prstGeom>
        </p:spPr>
        <p:txBody>
          <a:bodyPr anchorCtr="0" anchor="t" bIns="91425" lIns="91425" spcFirstLastPara="1" rIns="91425" wrap="square" tIns="91425">
            <a:noAutofit/>
          </a:bodyPr>
          <a:lstStyle/>
          <a:p>
            <a:pPr indent="0" lvl="0" marL="0" rtl="0" algn="l">
              <a:lnSpc>
                <a:spcPct val="98000"/>
              </a:lnSpc>
              <a:spcBef>
                <a:spcPts val="0"/>
              </a:spcBef>
              <a:spcAft>
                <a:spcPts val="0"/>
              </a:spcAft>
              <a:buClr>
                <a:schemeClr val="dk1"/>
              </a:buClr>
              <a:buSzPts val="1100"/>
              <a:buFont typeface="Arial"/>
              <a:buNone/>
            </a:pPr>
            <a:r>
              <a:rPr lang="en" sz="1100">
                <a:solidFill>
                  <a:srgbClr val="188038"/>
                </a:solidFill>
                <a:latin typeface="Trebuchet MS"/>
                <a:ea typeface="Trebuchet MS"/>
                <a:cs typeface="Trebuchet MS"/>
                <a:sym typeface="Trebuchet MS"/>
              </a:rPr>
              <a:t>const fruits = ["apple", "banana", "cherry"];</a:t>
            </a:r>
            <a:endParaRPr b="1" sz="1100">
              <a:latin typeface="Trebuchet MS"/>
              <a:ea typeface="Trebuchet MS"/>
              <a:cs typeface="Trebuchet MS"/>
              <a:sym typeface="Trebuchet MS"/>
            </a:endParaRPr>
          </a:p>
          <a:p>
            <a:pPr indent="0" lvl="0" marL="0" rtl="0" algn="l">
              <a:lnSpc>
                <a:spcPct val="115000"/>
              </a:lnSpc>
              <a:spcBef>
                <a:spcPts val="1200"/>
              </a:spcBef>
              <a:spcAft>
                <a:spcPts val="0"/>
              </a:spcAft>
              <a:buClr>
                <a:schemeClr val="dk1"/>
              </a:buClr>
              <a:buSzPts val="1100"/>
              <a:buFont typeface="Arial"/>
              <a:buNone/>
            </a:pPr>
            <a:r>
              <a:rPr b="1" lang="en" sz="1100">
                <a:latin typeface="Trebuchet MS"/>
                <a:ea typeface="Trebuchet MS"/>
                <a:cs typeface="Trebuchet MS"/>
                <a:sym typeface="Trebuchet MS"/>
              </a:rPr>
              <a:t>2. Finding and Replacing Elements</a:t>
            </a:r>
            <a:endParaRPr b="1" sz="1100">
              <a:latin typeface="Trebuchet MS"/>
              <a:ea typeface="Trebuchet MS"/>
              <a:cs typeface="Trebuchet MS"/>
              <a:sym typeface="Trebuchet MS"/>
            </a:endParaRPr>
          </a:p>
          <a:p>
            <a:pPr indent="-307975" lvl="0" marL="409575" rtl="0" algn="l">
              <a:lnSpc>
                <a:spcPct val="98000"/>
              </a:lnSpc>
              <a:spcBef>
                <a:spcPts val="200"/>
              </a:spcBef>
              <a:spcAft>
                <a:spcPts val="0"/>
              </a:spcAft>
              <a:buSzPts val="900"/>
              <a:buFont typeface="Noto Sans Symbols"/>
              <a:buChar char="●"/>
            </a:pPr>
            <a:r>
              <a:rPr b="1" lang="en" sz="1100">
                <a:latin typeface="Trebuchet MS"/>
                <a:ea typeface="Trebuchet MS"/>
                <a:cs typeface="Trebuchet MS"/>
                <a:sym typeface="Trebuchet MS"/>
              </a:rPr>
              <a:t>IndexOf</a:t>
            </a:r>
            <a:r>
              <a:rPr lang="en" sz="1100">
                <a:latin typeface="Trebuchet MS"/>
                <a:ea typeface="Trebuchet MS"/>
                <a:cs typeface="Trebuchet MS"/>
                <a:sym typeface="Trebuchet MS"/>
              </a:rPr>
              <a:t>: Find the index of an element.</a:t>
            </a:r>
            <a:br>
              <a:rPr lang="en" sz="1100">
                <a:latin typeface="Trebuchet MS"/>
                <a:ea typeface="Trebuchet MS"/>
                <a:cs typeface="Trebuchet MS"/>
                <a:sym typeface="Trebuchet MS"/>
              </a:rPr>
            </a:br>
            <a:r>
              <a:rPr lang="en" sz="1100">
                <a:solidFill>
                  <a:srgbClr val="188038"/>
                </a:solidFill>
                <a:latin typeface="Trebuchet MS"/>
                <a:ea typeface="Trebuchet MS"/>
                <a:cs typeface="Trebuchet MS"/>
                <a:sym typeface="Trebuchet MS"/>
              </a:rPr>
              <a:t>console.log(fruits.indexOf("banana")); // 1</a:t>
            </a:r>
            <a:endParaRPr sz="1100">
              <a:solidFill>
                <a:srgbClr val="188038"/>
              </a:solidFill>
              <a:latin typeface="Trebuchet MS"/>
              <a:ea typeface="Trebuchet MS"/>
              <a:cs typeface="Trebuchet MS"/>
              <a:sym typeface="Trebuchet MS"/>
            </a:endParaRPr>
          </a:p>
          <a:p>
            <a:pPr indent="0" lvl="0" marL="457200" rtl="0" algn="l">
              <a:lnSpc>
                <a:spcPct val="98000"/>
              </a:lnSpc>
              <a:spcBef>
                <a:spcPts val="0"/>
              </a:spcBef>
              <a:spcAft>
                <a:spcPts val="0"/>
              </a:spcAft>
              <a:buNone/>
            </a:pPr>
            <a:r>
              <a:t/>
            </a:r>
            <a:endParaRPr sz="1100">
              <a:solidFill>
                <a:srgbClr val="188038"/>
              </a:solidFill>
              <a:latin typeface="Trebuchet MS"/>
              <a:ea typeface="Trebuchet MS"/>
              <a:cs typeface="Trebuchet MS"/>
              <a:sym typeface="Trebuchet MS"/>
            </a:endParaRPr>
          </a:p>
          <a:p>
            <a:pPr indent="-307975" lvl="0" marL="409575" rtl="0" algn="l">
              <a:lnSpc>
                <a:spcPct val="98000"/>
              </a:lnSpc>
              <a:spcBef>
                <a:spcPts val="0"/>
              </a:spcBef>
              <a:spcAft>
                <a:spcPts val="0"/>
              </a:spcAft>
              <a:buSzPts val="900"/>
              <a:buFont typeface="Noto Sans Symbols"/>
              <a:buChar char="●"/>
            </a:pPr>
            <a:r>
              <a:rPr b="1" lang="en" sz="1100">
                <a:latin typeface="Trebuchet MS"/>
                <a:ea typeface="Trebuchet MS"/>
                <a:cs typeface="Trebuchet MS"/>
                <a:sym typeface="Trebuchet MS"/>
              </a:rPr>
              <a:t>Includes</a:t>
            </a:r>
            <a:r>
              <a:rPr lang="en" sz="1100">
                <a:latin typeface="Trebuchet MS"/>
                <a:ea typeface="Trebuchet MS"/>
                <a:cs typeface="Trebuchet MS"/>
                <a:sym typeface="Trebuchet MS"/>
              </a:rPr>
              <a:t>: Check if an element exists.</a:t>
            </a:r>
            <a:br>
              <a:rPr lang="en" sz="1100">
                <a:latin typeface="Trebuchet MS"/>
                <a:ea typeface="Trebuchet MS"/>
                <a:cs typeface="Trebuchet MS"/>
                <a:sym typeface="Trebuchet MS"/>
              </a:rPr>
            </a:br>
            <a:r>
              <a:rPr lang="en" sz="1000">
                <a:solidFill>
                  <a:srgbClr val="188038"/>
                </a:solidFill>
                <a:latin typeface="Trebuchet MS"/>
                <a:ea typeface="Trebuchet MS"/>
                <a:cs typeface="Trebuchet MS"/>
                <a:sym typeface="Trebuchet MS"/>
              </a:rPr>
              <a:t>console.log(fruits.includes("apple")); // true</a:t>
            </a:r>
            <a:endParaRPr sz="1000">
              <a:solidFill>
                <a:srgbClr val="188038"/>
              </a:solidFill>
              <a:latin typeface="Trebuchet MS"/>
              <a:ea typeface="Trebuchet MS"/>
              <a:cs typeface="Trebuchet MS"/>
              <a:sym typeface="Trebuchet MS"/>
            </a:endParaRPr>
          </a:p>
          <a:p>
            <a:pPr indent="0" lvl="0" marL="457200" rtl="0" algn="l">
              <a:lnSpc>
                <a:spcPct val="98000"/>
              </a:lnSpc>
              <a:spcBef>
                <a:spcPts val="0"/>
              </a:spcBef>
              <a:spcAft>
                <a:spcPts val="0"/>
              </a:spcAft>
              <a:buNone/>
            </a:pPr>
            <a:r>
              <a:t/>
            </a:r>
            <a:endParaRPr sz="1100">
              <a:solidFill>
                <a:srgbClr val="188038"/>
              </a:solidFill>
              <a:latin typeface="Trebuchet MS"/>
              <a:ea typeface="Trebuchet MS"/>
              <a:cs typeface="Trebuchet MS"/>
              <a:sym typeface="Trebuchet MS"/>
            </a:endParaRPr>
          </a:p>
          <a:p>
            <a:pPr indent="-307975" lvl="0" marL="409575" rtl="0" algn="l">
              <a:lnSpc>
                <a:spcPct val="98000"/>
              </a:lnSpc>
              <a:spcBef>
                <a:spcPts val="0"/>
              </a:spcBef>
              <a:spcAft>
                <a:spcPts val="0"/>
              </a:spcAft>
              <a:buSzPts val="900"/>
              <a:buFont typeface="Noto Sans Symbols"/>
              <a:buChar char="●"/>
            </a:pPr>
            <a:r>
              <a:rPr b="1" lang="en" sz="1100">
                <a:latin typeface="Trebuchet MS"/>
                <a:ea typeface="Trebuchet MS"/>
                <a:cs typeface="Trebuchet MS"/>
                <a:sym typeface="Trebuchet MS"/>
              </a:rPr>
              <a:t>Splice</a:t>
            </a:r>
            <a:r>
              <a:rPr lang="en" sz="1100">
                <a:latin typeface="Trebuchet MS"/>
                <a:ea typeface="Trebuchet MS"/>
                <a:cs typeface="Trebuchet MS"/>
                <a:sym typeface="Trebuchet MS"/>
              </a:rPr>
              <a:t>: Add, remove, or replace elements. - changes original array</a:t>
            </a:r>
            <a:br>
              <a:rPr lang="en" sz="1100">
                <a:latin typeface="Trebuchet MS"/>
                <a:ea typeface="Trebuchet MS"/>
                <a:cs typeface="Trebuchet MS"/>
                <a:sym typeface="Trebuchet MS"/>
              </a:rPr>
            </a:br>
            <a:r>
              <a:rPr lang="en" sz="1100">
                <a:latin typeface="Trebuchet MS"/>
                <a:ea typeface="Trebuchet MS"/>
                <a:cs typeface="Trebuchet MS"/>
                <a:sym typeface="Trebuchet MS"/>
              </a:rPr>
              <a:t> </a:t>
            </a:r>
            <a:r>
              <a:rPr lang="en" sz="1000">
                <a:solidFill>
                  <a:srgbClr val="188038"/>
                </a:solidFill>
                <a:latin typeface="Trebuchet MS"/>
                <a:ea typeface="Trebuchet MS"/>
                <a:cs typeface="Trebuchet MS"/>
                <a:sym typeface="Trebuchet MS"/>
              </a:rPr>
              <a:t>fruits.splice(1, 1, "kiwi"); // ["apple", "kiwi", "cherry"] - replace</a:t>
            </a:r>
            <a:endParaRPr sz="1000">
              <a:solidFill>
                <a:srgbClr val="188038"/>
              </a:solidFill>
              <a:latin typeface="Trebuchet MS"/>
              <a:ea typeface="Trebuchet MS"/>
              <a:cs typeface="Trebuchet MS"/>
              <a:sym typeface="Trebuchet MS"/>
            </a:endParaRPr>
          </a:p>
          <a:p>
            <a:pPr indent="0" lvl="0" marL="457200" rtl="0" algn="l">
              <a:lnSpc>
                <a:spcPct val="98000"/>
              </a:lnSpc>
              <a:spcBef>
                <a:spcPts val="0"/>
              </a:spcBef>
              <a:spcAft>
                <a:spcPts val="0"/>
              </a:spcAft>
              <a:buNone/>
            </a:pPr>
            <a:r>
              <a:rPr lang="en" sz="1000">
                <a:solidFill>
                  <a:srgbClr val="188038"/>
                </a:solidFill>
                <a:latin typeface="Trebuchet MS"/>
                <a:ea typeface="Trebuchet MS"/>
                <a:cs typeface="Trebuchet MS"/>
                <a:sym typeface="Trebuchet MS"/>
              </a:rPr>
              <a:t>fruits.splice(1, 1); //  ['apple', 'cherry'] - remove</a:t>
            </a:r>
            <a:endParaRPr sz="1000">
              <a:solidFill>
                <a:srgbClr val="188038"/>
              </a:solidFill>
              <a:latin typeface="Trebuchet MS"/>
              <a:ea typeface="Trebuchet MS"/>
              <a:cs typeface="Trebuchet MS"/>
              <a:sym typeface="Trebuchet MS"/>
            </a:endParaRPr>
          </a:p>
          <a:p>
            <a:pPr indent="0" lvl="0" marL="457200" rtl="0" algn="l">
              <a:lnSpc>
                <a:spcPct val="98000"/>
              </a:lnSpc>
              <a:spcBef>
                <a:spcPts val="0"/>
              </a:spcBef>
              <a:spcAft>
                <a:spcPts val="0"/>
              </a:spcAft>
              <a:buNone/>
            </a:pPr>
            <a:r>
              <a:rPr lang="en" sz="1000">
                <a:solidFill>
                  <a:srgbClr val="188038"/>
                </a:solidFill>
                <a:latin typeface="Trebuchet MS"/>
                <a:ea typeface="Trebuchet MS"/>
                <a:cs typeface="Trebuchet MS"/>
                <a:sym typeface="Trebuchet MS"/>
              </a:rPr>
              <a:t>fruits.splice(1, 0, "grape", "orange"); // ['apple', 'grape', 'orange', 'banana', 'cherry'] - add</a:t>
            </a:r>
            <a:endParaRPr sz="1000">
              <a:solidFill>
                <a:srgbClr val="188038"/>
              </a:solidFill>
              <a:latin typeface="Trebuchet MS"/>
              <a:ea typeface="Trebuchet MS"/>
              <a:cs typeface="Trebuchet MS"/>
              <a:sym typeface="Trebuchet MS"/>
            </a:endParaRPr>
          </a:p>
          <a:p>
            <a:pPr indent="0" lvl="0" marL="457200" rtl="0" algn="l">
              <a:lnSpc>
                <a:spcPct val="98000"/>
              </a:lnSpc>
              <a:spcBef>
                <a:spcPts val="0"/>
              </a:spcBef>
              <a:spcAft>
                <a:spcPts val="0"/>
              </a:spcAft>
              <a:buNone/>
            </a:pPr>
            <a:r>
              <a:t/>
            </a:r>
            <a:endParaRPr sz="1100">
              <a:solidFill>
                <a:srgbClr val="188038"/>
              </a:solidFill>
              <a:latin typeface="Trebuchet MS"/>
              <a:ea typeface="Trebuchet MS"/>
              <a:cs typeface="Trebuchet MS"/>
              <a:sym typeface="Trebuchet MS"/>
            </a:endParaRPr>
          </a:p>
          <a:p>
            <a:pPr indent="0" lvl="0" marL="0" rtl="0" algn="l">
              <a:lnSpc>
                <a:spcPct val="115000"/>
              </a:lnSpc>
              <a:spcBef>
                <a:spcPts val="1200"/>
              </a:spcBef>
              <a:spcAft>
                <a:spcPts val="0"/>
              </a:spcAft>
              <a:buClr>
                <a:schemeClr val="dk1"/>
              </a:buClr>
              <a:buSzPts val="1100"/>
              <a:buFont typeface="Arial"/>
              <a:buNone/>
            </a:pPr>
            <a:r>
              <a:rPr b="1" lang="en" sz="1100">
                <a:latin typeface="Trebuchet MS"/>
                <a:ea typeface="Trebuchet MS"/>
                <a:cs typeface="Trebuchet MS"/>
                <a:sym typeface="Trebuchet MS"/>
              </a:rPr>
              <a:t>3. Other Useful Methods</a:t>
            </a:r>
            <a:endParaRPr b="1" sz="1100">
              <a:latin typeface="Trebuchet MS"/>
              <a:ea typeface="Trebuchet MS"/>
              <a:cs typeface="Trebuchet MS"/>
              <a:sym typeface="Trebuchet MS"/>
            </a:endParaRPr>
          </a:p>
          <a:p>
            <a:pPr indent="-307975" lvl="0" marL="409575" rtl="0" algn="l">
              <a:lnSpc>
                <a:spcPct val="98000"/>
              </a:lnSpc>
              <a:spcBef>
                <a:spcPts val="200"/>
              </a:spcBef>
              <a:spcAft>
                <a:spcPts val="0"/>
              </a:spcAft>
              <a:buSzPts val="900"/>
              <a:buFont typeface="Noto Sans Symbols"/>
              <a:buChar char="●"/>
            </a:pPr>
            <a:r>
              <a:rPr b="1" lang="en" sz="1100">
                <a:latin typeface="Trebuchet MS"/>
                <a:ea typeface="Trebuchet MS"/>
                <a:cs typeface="Trebuchet MS"/>
                <a:sym typeface="Trebuchet MS"/>
              </a:rPr>
              <a:t>Concat</a:t>
            </a:r>
            <a:r>
              <a:rPr lang="en" sz="1100">
                <a:latin typeface="Trebuchet MS"/>
                <a:ea typeface="Trebuchet MS"/>
                <a:cs typeface="Trebuchet MS"/>
                <a:sym typeface="Trebuchet MS"/>
              </a:rPr>
              <a:t>: Combine two arrays.</a:t>
            </a:r>
            <a:br>
              <a:rPr lang="en" sz="1100">
                <a:latin typeface="Trebuchet MS"/>
                <a:ea typeface="Trebuchet MS"/>
                <a:cs typeface="Trebuchet MS"/>
                <a:sym typeface="Trebuchet MS"/>
              </a:rPr>
            </a:br>
            <a:r>
              <a:rPr lang="en" sz="1100">
                <a:solidFill>
                  <a:srgbClr val="188038"/>
                </a:solidFill>
                <a:latin typeface="Trebuchet MS"/>
                <a:ea typeface="Trebuchet MS"/>
                <a:cs typeface="Trebuchet MS"/>
                <a:sym typeface="Trebuchet MS"/>
              </a:rPr>
              <a:t>const veggies = ["carrot", "potato"];</a:t>
            </a:r>
            <a:endParaRPr sz="1100">
              <a:solidFill>
                <a:srgbClr val="188038"/>
              </a:solidFill>
              <a:latin typeface="Trebuchet MS"/>
              <a:ea typeface="Trebuchet MS"/>
              <a:cs typeface="Trebuchet MS"/>
              <a:sym typeface="Trebuchet MS"/>
            </a:endParaRPr>
          </a:p>
          <a:p>
            <a:pPr indent="0" lvl="0" marL="0" rtl="0" algn="l">
              <a:lnSpc>
                <a:spcPct val="98000"/>
              </a:lnSpc>
              <a:spcBef>
                <a:spcPts val="0"/>
              </a:spcBef>
              <a:spcAft>
                <a:spcPts val="0"/>
              </a:spcAft>
              <a:buNone/>
            </a:pPr>
            <a:r>
              <a:rPr lang="en" sz="1100">
                <a:solidFill>
                  <a:srgbClr val="188038"/>
                </a:solidFill>
                <a:latin typeface="Trebuchet MS"/>
                <a:ea typeface="Trebuchet MS"/>
                <a:cs typeface="Trebuchet MS"/>
                <a:sym typeface="Trebuchet MS"/>
              </a:rPr>
              <a:t>     const food = fruits.concat(veggies);</a:t>
            </a:r>
            <a:endParaRPr sz="1100">
              <a:solidFill>
                <a:srgbClr val="188038"/>
              </a:solidFill>
              <a:latin typeface="Trebuchet MS"/>
              <a:ea typeface="Trebuchet MS"/>
              <a:cs typeface="Trebuchet MS"/>
              <a:sym typeface="Trebuchet MS"/>
            </a:endParaRPr>
          </a:p>
          <a:p>
            <a:pPr indent="0" lvl="0" marL="457200" rtl="0" algn="l">
              <a:lnSpc>
                <a:spcPct val="98000"/>
              </a:lnSpc>
              <a:spcBef>
                <a:spcPts val="0"/>
              </a:spcBef>
              <a:spcAft>
                <a:spcPts val="0"/>
              </a:spcAft>
              <a:buNone/>
            </a:pPr>
            <a:r>
              <a:t/>
            </a:r>
            <a:endParaRPr sz="1100">
              <a:solidFill>
                <a:srgbClr val="188038"/>
              </a:solidFill>
              <a:latin typeface="Trebuchet MS"/>
              <a:ea typeface="Trebuchet MS"/>
              <a:cs typeface="Trebuchet MS"/>
              <a:sym typeface="Trebuchet MS"/>
            </a:endParaRPr>
          </a:p>
          <a:p>
            <a:pPr indent="-307975" lvl="0" marL="409575" rtl="0" algn="l">
              <a:lnSpc>
                <a:spcPct val="98000"/>
              </a:lnSpc>
              <a:spcBef>
                <a:spcPts val="0"/>
              </a:spcBef>
              <a:spcAft>
                <a:spcPts val="0"/>
              </a:spcAft>
              <a:buSzPts val="900"/>
              <a:buFont typeface="Noto Sans Symbols"/>
              <a:buChar char="●"/>
            </a:pPr>
            <a:r>
              <a:rPr b="1" lang="en" sz="1100">
                <a:latin typeface="Trebuchet MS"/>
                <a:ea typeface="Trebuchet MS"/>
                <a:cs typeface="Trebuchet MS"/>
                <a:sym typeface="Trebuchet MS"/>
              </a:rPr>
              <a:t>Slice</a:t>
            </a:r>
            <a:r>
              <a:rPr lang="en" sz="1100">
                <a:latin typeface="Trebuchet MS"/>
                <a:ea typeface="Trebuchet MS"/>
                <a:cs typeface="Trebuchet MS"/>
                <a:sym typeface="Trebuchet MS"/>
              </a:rPr>
              <a:t>: Extract part of an array. - doesn’t changes original array</a:t>
            </a:r>
            <a:br>
              <a:rPr lang="en" sz="1100">
                <a:latin typeface="Trebuchet MS"/>
                <a:ea typeface="Trebuchet MS"/>
                <a:cs typeface="Trebuchet MS"/>
                <a:sym typeface="Trebuchet MS"/>
              </a:rPr>
            </a:br>
            <a:r>
              <a:rPr lang="en" sz="1100">
                <a:solidFill>
                  <a:srgbClr val="188038"/>
                </a:solidFill>
                <a:latin typeface="Trebuchet MS"/>
                <a:ea typeface="Trebuchet MS"/>
                <a:cs typeface="Trebuchet MS"/>
                <a:sym typeface="Trebuchet MS"/>
              </a:rPr>
              <a:t>const sliced = fruits.slice(1, 2); // ["banana", "cherry"]</a:t>
            </a:r>
            <a:endParaRPr sz="1100">
              <a:solidFill>
                <a:srgbClr val="188038"/>
              </a:solidFill>
              <a:latin typeface="Trebuchet MS"/>
              <a:ea typeface="Trebuchet MS"/>
              <a:cs typeface="Trebuchet MS"/>
              <a:sym typeface="Trebuchet MS"/>
            </a:endParaRPr>
          </a:p>
          <a:p>
            <a:pPr indent="0" lvl="0" marL="457200" rtl="0" algn="l">
              <a:lnSpc>
                <a:spcPct val="98000"/>
              </a:lnSpc>
              <a:spcBef>
                <a:spcPts val="0"/>
              </a:spcBef>
              <a:spcAft>
                <a:spcPts val="0"/>
              </a:spcAft>
              <a:buNone/>
            </a:pPr>
            <a:r>
              <a:t/>
            </a:r>
            <a:endParaRPr sz="1100">
              <a:solidFill>
                <a:srgbClr val="188038"/>
              </a:solidFill>
              <a:latin typeface="Trebuchet MS"/>
              <a:ea typeface="Trebuchet MS"/>
              <a:cs typeface="Trebuchet MS"/>
              <a:sym typeface="Trebuchet MS"/>
            </a:endParaRPr>
          </a:p>
          <a:p>
            <a:pPr indent="-307975" lvl="0" marL="409575" rtl="0" algn="l">
              <a:lnSpc>
                <a:spcPct val="98000"/>
              </a:lnSpc>
              <a:spcBef>
                <a:spcPts val="0"/>
              </a:spcBef>
              <a:spcAft>
                <a:spcPts val="0"/>
              </a:spcAft>
              <a:buSzPts val="900"/>
              <a:buFont typeface="Noto Sans Symbols"/>
              <a:buChar char="●"/>
            </a:pPr>
            <a:r>
              <a:rPr b="1" lang="en" sz="1100">
                <a:latin typeface="Trebuchet MS"/>
                <a:ea typeface="Trebuchet MS"/>
                <a:cs typeface="Trebuchet MS"/>
                <a:sym typeface="Trebuchet MS"/>
              </a:rPr>
              <a:t>Join</a:t>
            </a:r>
            <a:r>
              <a:rPr lang="en" sz="1100">
                <a:latin typeface="Trebuchet MS"/>
                <a:ea typeface="Trebuchet MS"/>
                <a:cs typeface="Trebuchet MS"/>
                <a:sym typeface="Trebuchet MS"/>
              </a:rPr>
              <a:t>: Convert to a string.</a:t>
            </a:r>
            <a:br>
              <a:rPr lang="en" sz="1100">
                <a:latin typeface="Trebuchet MS"/>
                <a:ea typeface="Trebuchet MS"/>
                <a:cs typeface="Trebuchet MS"/>
                <a:sym typeface="Trebuchet MS"/>
              </a:rPr>
            </a:br>
            <a:r>
              <a:rPr lang="en" sz="1100">
                <a:solidFill>
                  <a:srgbClr val="188038"/>
                </a:solidFill>
                <a:latin typeface="Trebuchet MS"/>
                <a:ea typeface="Trebuchet MS"/>
                <a:cs typeface="Trebuchet MS"/>
                <a:sym typeface="Trebuchet MS"/>
              </a:rPr>
              <a:t>console.log(fruits.join(", ")); // "apple, banana, cherry"</a:t>
            </a:r>
            <a:endParaRPr sz="1100">
              <a:solidFill>
                <a:srgbClr val="188038"/>
              </a:solidFill>
              <a:latin typeface="Trebuchet MS"/>
              <a:ea typeface="Trebuchet MS"/>
              <a:cs typeface="Trebuchet MS"/>
              <a:sym typeface="Trebuchet MS"/>
            </a:endParaRPr>
          </a:p>
          <a:p>
            <a:pPr indent="0" lvl="0" marL="457200" rtl="0" algn="l">
              <a:lnSpc>
                <a:spcPct val="98000"/>
              </a:lnSpc>
              <a:spcBef>
                <a:spcPts val="0"/>
              </a:spcBef>
              <a:spcAft>
                <a:spcPts val="0"/>
              </a:spcAft>
              <a:buNone/>
            </a:pPr>
            <a:r>
              <a:t/>
            </a:r>
            <a:endParaRPr sz="1100">
              <a:solidFill>
                <a:srgbClr val="188038"/>
              </a:solidFill>
              <a:latin typeface="Trebuchet MS"/>
              <a:ea typeface="Trebuchet MS"/>
              <a:cs typeface="Trebuchet MS"/>
              <a:sym typeface="Trebuchet MS"/>
            </a:endParaRPr>
          </a:p>
          <a:p>
            <a:pPr indent="-307975" lvl="0" marL="409575" rtl="0" algn="l">
              <a:lnSpc>
                <a:spcPct val="98000"/>
              </a:lnSpc>
              <a:spcBef>
                <a:spcPts val="0"/>
              </a:spcBef>
              <a:spcAft>
                <a:spcPts val="0"/>
              </a:spcAft>
              <a:buSzPts val="900"/>
              <a:buFont typeface="Noto Sans Symbols"/>
              <a:buChar char="●"/>
            </a:pPr>
            <a:r>
              <a:rPr b="1" lang="en" sz="1100">
                <a:latin typeface="Trebuchet MS"/>
                <a:ea typeface="Trebuchet MS"/>
                <a:cs typeface="Trebuchet MS"/>
                <a:sym typeface="Trebuchet MS"/>
              </a:rPr>
              <a:t>Sort</a:t>
            </a:r>
            <a:r>
              <a:rPr lang="en" sz="1100">
                <a:latin typeface="Trebuchet MS"/>
                <a:ea typeface="Trebuchet MS"/>
                <a:cs typeface="Trebuchet MS"/>
                <a:sym typeface="Trebuchet MS"/>
              </a:rPr>
              <a:t>: Sort elements alphabetically or numerically.</a:t>
            </a:r>
            <a:br>
              <a:rPr lang="en" sz="1100">
                <a:latin typeface="Trebuchet MS"/>
                <a:ea typeface="Trebuchet MS"/>
                <a:cs typeface="Trebuchet MS"/>
                <a:sym typeface="Trebuchet MS"/>
              </a:rPr>
            </a:br>
            <a:r>
              <a:rPr lang="en" sz="1100">
                <a:solidFill>
                  <a:srgbClr val="188038"/>
                </a:solidFill>
                <a:latin typeface="Trebuchet MS"/>
                <a:ea typeface="Trebuchet MS"/>
                <a:cs typeface="Trebuchet MS"/>
                <a:sym typeface="Trebuchet MS"/>
              </a:rPr>
              <a:t>fruits.sort(); // ["apple", "banana", "cherry"]</a:t>
            </a:r>
            <a:endParaRPr>
              <a:latin typeface="Trebuchet MS"/>
              <a:ea typeface="Trebuchet MS"/>
              <a:cs typeface="Trebuchet MS"/>
              <a:sym typeface="Trebuchet MS"/>
            </a:endParaRPr>
          </a:p>
        </p:txBody>
      </p:sp>
      <p:pic>
        <p:nvPicPr>
          <p:cNvPr id="169" name="Google Shape;169;p29"/>
          <p:cNvPicPr preferRelativeResize="0"/>
          <p:nvPr/>
        </p:nvPicPr>
        <p:blipFill>
          <a:blip r:embed="rId3">
            <a:alphaModFix/>
          </a:blip>
          <a:stretch>
            <a:fillRect/>
          </a:stretch>
        </p:blipFill>
        <p:spPr>
          <a:xfrm>
            <a:off x="6959275" y="116633"/>
            <a:ext cx="2009775" cy="43815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3" name="Shape 173"/>
        <p:cNvGrpSpPr/>
        <p:nvPr/>
      </p:nvGrpSpPr>
      <p:grpSpPr>
        <a:xfrm>
          <a:off x="0" y="0"/>
          <a:ext cx="0" cy="0"/>
          <a:chOff x="0" y="0"/>
          <a:chExt cx="0" cy="0"/>
        </a:xfrm>
      </p:grpSpPr>
      <p:sp>
        <p:nvSpPr>
          <p:cNvPr id="174" name="Google Shape;174;p30"/>
          <p:cNvSpPr txBox="1"/>
          <p:nvPr>
            <p:ph idx="1" type="body"/>
          </p:nvPr>
        </p:nvSpPr>
        <p:spPr>
          <a:xfrm>
            <a:off x="280550" y="167474"/>
            <a:ext cx="8564400" cy="4427100"/>
          </a:xfrm>
          <a:prstGeom prst="rect">
            <a:avLst/>
          </a:prstGeom>
        </p:spPr>
        <p:txBody>
          <a:bodyPr anchorCtr="0" anchor="t" bIns="91425" lIns="91425" spcFirstLastPara="1" rIns="91425" wrap="square" tIns="91425">
            <a:noAutofit/>
          </a:bodyPr>
          <a:lstStyle/>
          <a:p>
            <a:pPr indent="0" lvl="0" marL="0" rtl="0" algn="l">
              <a:lnSpc>
                <a:spcPct val="115000"/>
              </a:lnSpc>
              <a:spcBef>
                <a:spcPts val="1400"/>
              </a:spcBef>
              <a:spcAft>
                <a:spcPts val="0"/>
              </a:spcAft>
              <a:buClr>
                <a:schemeClr val="dk1"/>
              </a:buClr>
              <a:buSzPts val="1100"/>
              <a:buFont typeface="Arial"/>
              <a:buNone/>
            </a:pPr>
            <a:r>
              <a:rPr b="1" lang="en" sz="1300">
                <a:latin typeface="Arial"/>
                <a:ea typeface="Arial"/>
                <a:cs typeface="Arial"/>
                <a:sym typeface="Arial"/>
              </a:rPr>
              <a:t>Example: Practical Use</a:t>
            </a:r>
            <a:endParaRPr sz="1100">
              <a:latin typeface="Arial"/>
              <a:ea typeface="Arial"/>
              <a:cs typeface="Arial"/>
              <a:sym typeface="Arial"/>
            </a:endParaRPr>
          </a:p>
          <a:p>
            <a:pPr indent="457200" lvl="0" marL="0" rtl="0" algn="l">
              <a:lnSpc>
                <a:spcPct val="98000"/>
              </a:lnSpc>
              <a:spcBef>
                <a:spcPts val="400"/>
              </a:spcBef>
              <a:spcAft>
                <a:spcPts val="0"/>
              </a:spcAft>
              <a:buNone/>
            </a:pPr>
            <a:r>
              <a:rPr lang="en" sz="1100">
                <a:solidFill>
                  <a:srgbClr val="188038"/>
                </a:solidFill>
                <a:latin typeface="Roboto Mono"/>
                <a:ea typeface="Roboto Mono"/>
                <a:cs typeface="Roboto Mono"/>
                <a:sym typeface="Roboto Mono"/>
              </a:rPr>
              <a:t>const scores = [85, 90, 78, 92, 88];</a:t>
            </a:r>
            <a:endParaRPr sz="1100">
              <a:solidFill>
                <a:srgbClr val="188038"/>
              </a:solidFill>
              <a:latin typeface="Roboto Mono"/>
              <a:ea typeface="Roboto Mono"/>
              <a:cs typeface="Roboto Mono"/>
              <a:sym typeface="Roboto Mono"/>
            </a:endParaRPr>
          </a:p>
          <a:p>
            <a:pPr indent="0" lvl="0" marL="0" rtl="0" algn="l">
              <a:lnSpc>
                <a:spcPct val="98000"/>
              </a:lnSpc>
              <a:spcBef>
                <a:spcPts val="0"/>
              </a:spcBef>
              <a:spcAft>
                <a:spcPts val="0"/>
              </a:spcAft>
              <a:buNone/>
            </a:pPr>
            <a:r>
              <a:t/>
            </a:r>
            <a:endParaRPr sz="1100">
              <a:solidFill>
                <a:srgbClr val="188038"/>
              </a:solidFill>
              <a:latin typeface="Roboto Mono"/>
              <a:ea typeface="Roboto Mono"/>
              <a:cs typeface="Roboto Mono"/>
              <a:sym typeface="Roboto Mono"/>
            </a:endParaRPr>
          </a:p>
          <a:p>
            <a:pPr indent="0" lvl="0" marL="457200" rtl="0" algn="l">
              <a:lnSpc>
                <a:spcPct val="98000"/>
              </a:lnSpc>
              <a:spcBef>
                <a:spcPts val="0"/>
              </a:spcBef>
              <a:spcAft>
                <a:spcPts val="0"/>
              </a:spcAft>
              <a:buNone/>
            </a:pPr>
            <a:r>
              <a:rPr lang="en" sz="1100">
                <a:solidFill>
                  <a:srgbClr val="188038"/>
                </a:solidFill>
                <a:latin typeface="Roboto Mono"/>
                <a:ea typeface="Roboto Mono"/>
                <a:cs typeface="Roboto Mono"/>
                <a:sym typeface="Roboto Mono"/>
              </a:rPr>
              <a:t>let sum = 0;</a:t>
            </a:r>
            <a:endParaRPr sz="1100">
              <a:solidFill>
                <a:srgbClr val="188038"/>
              </a:solidFill>
              <a:latin typeface="Roboto Mono"/>
              <a:ea typeface="Roboto Mono"/>
              <a:cs typeface="Roboto Mono"/>
              <a:sym typeface="Roboto Mono"/>
            </a:endParaRPr>
          </a:p>
          <a:p>
            <a:pPr indent="0" lvl="0" marL="457200" rtl="0" algn="l">
              <a:lnSpc>
                <a:spcPct val="98000"/>
              </a:lnSpc>
              <a:spcBef>
                <a:spcPts val="0"/>
              </a:spcBef>
              <a:spcAft>
                <a:spcPts val="0"/>
              </a:spcAft>
              <a:buNone/>
            </a:pPr>
            <a:r>
              <a:rPr lang="en" sz="1100">
                <a:solidFill>
                  <a:srgbClr val="188038"/>
                </a:solidFill>
                <a:latin typeface="Roboto Mono"/>
                <a:ea typeface="Roboto Mono"/>
                <a:cs typeface="Roboto Mono"/>
                <a:sym typeface="Roboto Mono"/>
              </a:rPr>
              <a:t>for (let score of scores) {</a:t>
            </a:r>
            <a:endParaRPr sz="1100">
              <a:solidFill>
                <a:srgbClr val="188038"/>
              </a:solidFill>
              <a:latin typeface="Roboto Mono"/>
              <a:ea typeface="Roboto Mono"/>
              <a:cs typeface="Roboto Mono"/>
              <a:sym typeface="Roboto Mono"/>
            </a:endParaRPr>
          </a:p>
          <a:p>
            <a:pPr indent="0" lvl="0" marL="457200" rtl="0" algn="l">
              <a:lnSpc>
                <a:spcPct val="98000"/>
              </a:lnSpc>
              <a:spcBef>
                <a:spcPts val="0"/>
              </a:spcBef>
              <a:spcAft>
                <a:spcPts val="0"/>
              </a:spcAft>
              <a:buNone/>
            </a:pPr>
            <a:r>
              <a:rPr lang="en" sz="1100">
                <a:solidFill>
                  <a:srgbClr val="188038"/>
                </a:solidFill>
                <a:latin typeface="Roboto Mono"/>
                <a:ea typeface="Roboto Mono"/>
                <a:cs typeface="Roboto Mono"/>
                <a:sym typeface="Roboto Mono"/>
              </a:rPr>
              <a:t> sum += score;</a:t>
            </a:r>
            <a:endParaRPr sz="1100">
              <a:solidFill>
                <a:srgbClr val="188038"/>
              </a:solidFill>
              <a:latin typeface="Roboto Mono"/>
              <a:ea typeface="Roboto Mono"/>
              <a:cs typeface="Roboto Mono"/>
              <a:sym typeface="Roboto Mono"/>
            </a:endParaRPr>
          </a:p>
          <a:p>
            <a:pPr indent="0" lvl="0" marL="457200" rtl="0" algn="l">
              <a:lnSpc>
                <a:spcPct val="98000"/>
              </a:lnSpc>
              <a:spcBef>
                <a:spcPts val="0"/>
              </a:spcBef>
              <a:spcAft>
                <a:spcPts val="0"/>
              </a:spcAft>
              <a:buNone/>
            </a:pPr>
            <a:r>
              <a:rPr lang="en" sz="1100">
                <a:solidFill>
                  <a:srgbClr val="188038"/>
                </a:solidFill>
                <a:latin typeface="Roboto Mono"/>
                <a:ea typeface="Roboto Mono"/>
                <a:cs typeface="Roboto Mono"/>
                <a:sym typeface="Roboto Mono"/>
              </a:rPr>
              <a:t>}</a:t>
            </a:r>
            <a:endParaRPr sz="1100">
              <a:solidFill>
                <a:srgbClr val="188038"/>
              </a:solidFill>
              <a:latin typeface="Roboto Mono"/>
              <a:ea typeface="Roboto Mono"/>
              <a:cs typeface="Roboto Mono"/>
              <a:sym typeface="Roboto Mono"/>
            </a:endParaRPr>
          </a:p>
          <a:p>
            <a:pPr indent="0" lvl="0" marL="457200" rtl="0" algn="l">
              <a:lnSpc>
                <a:spcPct val="98000"/>
              </a:lnSpc>
              <a:spcBef>
                <a:spcPts val="0"/>
              </a:spcBef>
              <a:spcAft>
                <a:spcPts val="0"/>
              </a:spcAft>
              <a:buNone/>
            </a:pPr>
            <a:r>
              <a:rPr lang="en" sz="1100">
                <a:solidFill>
                  <a:srgbClr val="188038"/>
                </a:solidFill>
                <a:latin typeface="Roboto Mono"/>
                <a:ea typeface="Roboto Mono"/>
                <a:cs typeface="Roboto Mono"/>
                <a:sym typeface="Roboto Mono"/>
              </a:rPr>
              <a:t>const average = sum / scores.length;</a:t>
            </a:r>
            <a:endParaRPr sz="1100">
              <a:solidFill>
                <a:srgbClr val="188038"/>
              </a:solidFill>
              <a:latin typeface="Roboto Mono"/>
              <a:ea typeface="Roboto Mono"/>
              <a:cs typeface="Roboto Mono"/>
              <a:sym typeface="Roboto Mono"/>
            </a:endParaRPr>
          </a:p>
          <a:p>
            <a:pPr indent="0" lvl="0" marL="457200" rtl="0" algn="l">
              <a:lnSpc>
                <a:spcPct val="98000"/>
              </a:lnSpc>
              <a:spcBef>
                <a:spcPts val="0"/>
              </a:spcBef>
              <a:spcAft>
                <a:spcPts val="0"/>
              </a:spcAft>
              <a:buNone/>
            </a:pPr>
            <a:r>
              <a:rPr lang="en" sz="1100">
                <a:solidFill>
                  <a:srgbClr val="188038"/>
                </a:solidFill>
                <a:latin typeface="Roboto Mono"/>
                <a:ea typeface="Roboto Mono"/>
                <a:cs typeface="Roboto Mono"/>
                <a:sym typeface="Roboto Mono"/>
              </a:rPr>
              <a:t>console.log(`Average Score: ${average}`); // Average Score: 86.6</a:t>
            </a:r>
            <a:endParaRPr sz="1100">
              <a:solidFill>
                <a:srgbClr val="188038"/>
              </a:solidFill>
              <a:latin typeface="Roboto Mono"/>
              <a:ea typeface="Roboto Mono"/>
              <a:cs typeface="Roboto Mono"/>
              <a:sym typeface="Roboto Mono"/>
            </a:endParaRPr>
          </a:p>
          <a:p>
            <a:pPr indent="0" lvl="0" marL="457200" rtl="0" algn="l">
              <a:lnSpc>
                <a:spcPct val="98000"/>
              </a:lnSpc>
              <a:spcBef>
                <a:spcPts val="0"/>
              </a:spcBef>
              <a:spcAft>
                <a:spcPts val="0"/>
              </a:spcAft>
              <a:buNone/>
            </a:pPr>
            <a:r>
              <a:t/>
            </a:r>
            <a:endParaRPr sz="1100">
              <a:solidFill>
                <a:srgbClr val="188038"/>
              </a:solidFill>
              <a:latin typeface="Roboto Mono"/>
              <a:ea typeface="Roboto Mono"/>
              <a:cs typeface="Roboto Mono"/>
              <a:sym typeface="Roboto Mono"/>
            </a:endParaRPr>
          </a:p>
          <a:p>
            <a:pPr indent="0" lvl="0" marL="457200" rtl="0" algn="l">
              <a:lnSpc>
                <a:spcPct val="98000"/>
              </a:lnSpc>
              <a:spcBef>
                <a:spcPts val="0"/>
              </a:spcBef>
              <a:spcAft>
                <a:spcPts val="0"/>
              </a:spcAft>
              <a:buNone/>
            </a:pPr>
            <a:r>
              <a:t/>
            </a:r>
            <a:endParaRPr sz="1100">
              <a:solidFill>
                <a:srgbClr val="188038"/>
              </a:solidFill>
              <a:latin typeface="Roboto Mono"/>
              <a:ea typeface="Roboto Mono"/>
              <a:cs typeface="Roboto Mono"/>
              <a:sym typeface="Roboto Mono"/>
            </a:endParaRPr>
          </a:p>
          <a:p>
            <a:pPr indent="0" lvl="0" marL="0" rtl="0" algn="l">
              <a:lnSpc>
                <a:spcPct val="115000"/>
              </a:lnSpc>
              <a:spcBef>
                <a:spcPts val="1400"/>
              </a:spcBef>
              <a:spcAft>
                <a:spcPts val="0"/>
              </a:spcAft>
              <a:buClr>
                <a:schemeClr val="dk1"/>
              </a:buClr>
              <a:buSzPts val="1100"/>
              <a:buFont typeface="Arial"/>
              <a:buNone/>
            </a:pPr>
            <a:r>
              <a:rPr b="1" lang="en" sz="1300">
                <a:latin typeface="Arial"/>
                <a:ea typeface="Arial"/>
                <a:cs typeface="Arial"/>
                <a:sym typeface="Arial"/>
              </a:rPr>
              <a:t>Advanced Array Methods</a:t>
            </a:r>
            <a:endParaRPr b="1" sz="1300">
              <a:latin typeface="Arial"/>
              <a:ea typeface="Arial"/>
              <a:cs typeface="Arial"/>
              <a:sym typeface="Arial"/>
            </a:endParaRPr>
          </a:p>
          <a:p>
            <a:pPr indent="-307975" lvl="0" marL="409575" rtl="0" algn="l">
              <a:lnSpc>
                <a:spcPct val="98000"/>
              </a:lnSpc>
              <a:spcBef>
                <a:spcPts val="400"/>
              </a:spcBef>
              <a:spcAft>
                <a:spcPts val="0"/>
              </a:spcAft>
              <a:buSzPts val="900"/>
              <a:buFont typeface="Noto Sans Symbols"/>
              <a:buChar char="●"/>
            </a:pPr>
            <a:r>
              <a:rPr b="1" lang="en" sz="1100">
                <a:latin typeface="Arial"/>
                <a:ea typeface="Arial"/>
                <a:cs typeface="Arial"/>
                <a:sym typeface="Arial"/>
              </a:rPr>
              <a:t>Map</a:t>
            </a:r>
            <a:r>
              <a:rPr lang="en" sz="1100">
                <a:latin typeface="Arial"/>
                <a:ea typeface="Arial"/>
                <a:cs typeface="Arial"/>
                <a:sym typeface="Arial"/>
              </a:rPr>
              <a:t>: Transform elements.</a:t>
            </a:r>
            <a:br>
              <a:rPr lang="en" sz="1100">
                <a:latin typeface="Arial"/>
                <a:ea typeface="Arial"/>
                <a:cs typeface="Arial"/>
                <a:sym typeface="Arial"/>
              </a:rPr>
            </a:br>
            <a:r>
              <a:rPr lang="en" sz="1100">
                <a:solidFill>
                  <a:srgbClr val="188038"/>
                </a:solidFill>
                <a:latin typeface="Roboto Mono"/>
                <a:ea typeface="Roboto Mono"/>
                <a:cs typeface="Roboto Mono"/>
                <a:sym typeface="Roboto Mono"/>
              </a:rPr>
              <a:t>const doubled = scores.map(score =&gt; score * 2); // [170, 180, 156, 184, 176]</a:t>
            </a:r>
            <a:endParaRPr sz="1100">
              <a:solidFill>
                <a:srgbClr val="188038"/>
              </a:solidFill>
              <a:latin typeface="Roboto Mono"/>
              <a:ea typeface="Roboto Mono"/>
              <a:cs typeface="Roboto Mono"/>
              <a:sym typeface="Roboto Mono"/>
            </a:endParaRPr>
          </a:p>
          <a:p>
            <a:pPr indent="0" lvl="0" marL="457200" rtl="0" algn="l">
              <a:lnSpc>
                <a:spcPct val="98000"/>
              </a:lnSpc>
              <a:spcBef>
                <a:spcPts val="0"/>
              </a:spcBef>
              <a:spcAft>
                <a:spcPts val="0"/>
              </a:spcAft>
              <a:buNone/>
            </a:pPr>
            <a:r>
              <a:t/>
            </a:r>
            <a:endParaRPr sz="1100">
              <a:solidFill>
                <a:srgbClr val="188038"/>
              </a:solidFill>
              <a:latin typeface="Roboto Mono"/>
              <a:ea typeface="Roboto Mono"/>
              <a:cs typeface="Roboto Mono"/>
              <a:sym typeface="Roboto Mono"/>
            </a:endParaRPr>
          </a:p>
          <a:p>
            <a:pPr indent="-307975" lvl="0" marL="409575" rtl="0" algn="l">
              <a:lnSpc>
                <a:spcPct val="98000"/>
              </a:lnSpc>
              <a:spcBef>
                <a:spcPts val="0"/>
              </a:spcBef>
              <a:spcAft>
                <a:spcPts val="0"/>
              </a:spcAft>
              <a:buSzPts val="900"/>
              <a:buFont typeface="Noto Sans Symbols"/>
              <a:buChar char="●"/>
            </a:pPr>
            <a:r>
              <a:rPr b="1" lang="en" sz="1100">
                <a:latin typeface="Arial"/>
                <a:ea typeface="Arial"/>
                <a:cs typeface="Arial"/>
                <a:sym typeface="Arial"/>
              </a:rPr>
              <a:t>Filter</a:t>
            </a:r>
            <a:r>
              <a:rPr lang="en" sz="1100">
                <a:latin typeface="Arial"/>
                <a:ea typeface="Arial"/>
                <a:cs typeface="Arial"/>
                <a:sym typeface="Arial"/>
              </a:rPr>
              <a:t>: Select specific elements.</a:t>
            </a:r>
            <a:br>
              <a:rPr lang="en" sz="1100">
                <a:latin typeface="Arial"/>
                <a:ea typeface="Arial"/>
                <a:cs typeface="Arial"/>
                <a:sym typeface="Arial"/>
              </a:rPr>
            </a:br>
            <a:r>
              <a:rPr lang="en" sz="1100">
                <a:solidFill>
                  <a:srgbClr val="188038"/>
                </a:solidFill>
                <a:latin typeface="Roboto Mono"/>
                <a:ea typeface="Roboto Mono"/>
                <a:cs typeface="Roboto Mono"/>
                <a:sym typeface="Roboto Mono"/>
              </a:rPr>
              <a:t>const highScores = scores.filter(score =&gt; score &gt; 85); // [90, 92, 88]</a:t>
            </a:r>
            <a:endParaRPr sz="1100">
              <a:solidFill>
                <a:srgbClr val="188038"/>
              </a:solidFill>
              <a:latin typeface="Roboto Mono"/>
              <a:ea typeface="Roboto Mono"/>
              <a:cs typeface="Roboto Mono"/>
              <a:sym typeface="Roboto Mono"/>
            </a:endParaRPr>
          </a:p>
          <a:p>
            <a:pPr indent="0" lvl="0" marL="457200" rtl="0" algn="l">
              <a:lnSpc>
                <a:spcPct val="98000"/>
              </a:lnSpc>
              <a:spcBef>
                <a:spcPts val="0"/>
              </a:spcBef>
              <a:spcAft>
                <a:spcPts val="0"/>
              </a:spcAft>
              <a:buNone/>
            </a:pPr>
            <a:r>
              <a:t/>
            </a:r>
            <a:endParaRPr sz="1100">
              <a:solidFill>
                <a:srgbClr val="188038"/>
              </a:solidFill>
              <a:latin typeface="Roboto Mono"/>
              <a:ea typeface="Roboto Mono"/>
              <a:cs typeface="Roboto Mono"/>
              <a:sym typeface="Roboto Mono"/>
            </a:endParaRPr>
          </a:p>
          <a:p>
            <a:pPr indent="-307975" lvl="0" marL="409575" rtl="0" algn="l">
              <a:lnSpc>
                <a:spcPct val="98000"/>
              </a:lnSpc>
              <a:spcBef>
                <a:spcPts val="0"/>
              </a:spcBef>
              <a:spcAft>
                <a:spcPts val="0"/>
              </a:spcAft>
              <a:buSzPts val="900"/>
              <a:buFont typeface="Noto Sans Symbols"/>
              <a:buChar char="●"/>
            </a:pPr>
            <a:r>
              <a:rPr b="1" lang="en" sz="1100">
                <a:latin typeface="Arial"/>
                <a:ea typeface="Arial"/>
                <a:cs typeface="Arial"/>
                <a:sym typeface="Arial"/>
              </a:rPr>
              <a:t>Reduce</a:t>
            </a:r>
            <a:r>
              <a:rPr lang="en" sz="1100">
                <a:latin typeface="Arial"/>
                <a:ea typeface="Arial"/>
                <a:cs typeface="Arial"/>
                <a:sym typeface="Arial"/>
              </a:rPr>
              <a:t>: Accumulate values.</a:t>
            </a:r>
            <a:br>
              <a:rPr lang="en" sz="1100">
                <a:latin typeface="Arial"/>
                <a:ea typeface="Arial"/>
                <a:cs typeface="Arial"/>
                <a:sym typeface="Arial"/>
              </a:rPr>
            </a:br>
            <a:r>
              <a:rPr lang="en" sz="1100">
                <a:solidFill>
                  <a:srgbClr val="188038"/>
                </a:solidFill>
                <a:latin typeface="Roboto Mono"/>
                <a:ea typeface="Roboto Mono"/>
                <a:cs typeface="Roboto Mono"/>
                <a:sym typeface="Roboto Mono"/>
              </a:rPr>
              <a:t>const total = scores.reduce((acc, score) =&gt; acc + score, 0); // 433</a:t>
            </a:r>
            <a:endParaRPr/>
          </a:p>
        </p:txBody>
      </p:sp>
      <p:pic>
        <p:nvPicPr>
          <p:cNvPr id="175" name="Google Shape;175;p30"/>
          <p:cNvPicPr preferRelativeResize="0"/>
          <p:nvPr/>
        </p:nvPicPr>
        <p:blipFill>
          <a:blip r:embed="rId3">
            <a:alphaModFix/>
          </a:blip>
          <a:stretch>
            <a:fillRect/>
          </a:stretch>
        </p:blipFill>
        <p:spPr>
          <a:xfrm>
            <a:off x="6959275" y="116633"/>
            <a:ext cx="2009775" cy="438150"/>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9" name="Shape 179"/>
        <p:cNvGrpSpPr/>
        <p:nvPr/>
      </p:nvGrpSpPr>
      <p:grpSpPr>
        <a:xfrm>
          <a:off x="0" y="0"/>
          <a:ext cx="0" cy="0"/>
          <a:chOff x="0" y="0"/>
          <a:chExt cx="0" cy="0"/>
        </a:xfrm>
      </p:grpSpPr>
      <p:sp>
        <p:nvSpPr>
          <p:cNvPr id="180" name="Google Shape;180;p31"/>
          <p:cNvSpPr txBox="1"/>
          <p:nvPr>
            <p:ph type="title"/>
          </p:nvPr>
        </p:nvSpPr>
        <p:spPr>
          <a:xfrm>
            <a:off x="280559" y="207299"/>
            <a:ext cx="8564400" cy="4476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b="1" lang="en" sz="3000">
                <a:latin typeface="Trebuchet MS"/>
                <a:ea typeface="Trebuchet MS"/>
                <a:cs typeface="Trebuchet MS"/>
                <a:sym typeface="Trebuchet MS"/>
              </a:rPr>
              <a:t>Objects</a:t>
            </a:r>
            <a:endParaRPr b="1" sz="3000">
              <a:latin typeface="Trebuchet MS"/>
              <a:ea typeface="Trebuchet MS"/>
              <a:cs typeface="Trebuchet MS"/>
              <a:sym typeface="Trebuchet MS"/>
            </a:endParaRPr>
          </a:p>
        </p:txBody>
      </p:sp>
      <p:sp>
        <p:nvSpPr>
          <p:cNvPr id="181" name="Google Shape;181;p31"/>
          <p:cNvSpPr txBox="1"/>
          <p:nvPr>
            <p:ph idx="1" type="body"/>
          </p:nvPr>
        </p:nvSpPr>
        <p:spPr>
          <a:xfrm>
            <a:off x="280550" y="796175"/>
            <a:ext cx="8610900" cy="41082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lang="en" sz="1400">
                <a:latin typeface="Trebuchet MS"/>
                <a:ea typeface="Trebuchet MS"/>
                <a:cs typeface="Trebuchet MS"/>
                <a:sym typeface="Trebuchet MS"/>
              </a:rPr>
              <a:t>An </a:t>
            </a:r>
            <a:r>
              <a:rPr b="1" lang="en" sz="1400">
                <a:latin typeface="Trebuchet MS"/>
                <a:ea typeface="Trebuchet MS"/>
                <a:cs typeface="Trebuchet MS"/>
                <a:sym typeface="Trebuchet MS"/>
              </a:rPr>
              <a:t>object</a:t>
            </a:r>
            <a:r>
              <a:rPr lang="en" sz="1400">
                <a:latin typeface="Trebuchet MS"/>
                <a:ea typeface="Trebuchet MS"/>
                <a:cs typeface="Trebuchet MS"/>
                <a:sym typeface="Trebuchet MS"/>
              </a:rPr>
              <a:t> in JavaScript is a collection of key-value pairs. It's used to store data in a structured way, and each key (also known as a property) is unique.</a:t>
            </a:r>
            <a:endParaRPr sz="1400">
              <a:latin typeface="Trebuchet MS"/>
              <a:ea typeface="Trebuchet MS"/>
              <a:cs typeface="Trebuchet MS"/>
              <a:sym typeface="Trebuchet MS"/>
            </a:endParaRPr>
          </a:p>
          <a:p>
            <a:pPr indent="0" lvl="0" marL="0" rtl="0" algn="l">
              <a:lnSpc>
                <a:spcPct val="115000"/>
              </a:lnSpc>
              <a:spcBef>
                <a:spcPts val="1200"/>
              </a:spcBef>
              <a:spcAft>
                <a:spcPts val="0"/>
              </a:spcAft>
              <a:buClr>
                <a:schemeClr val="dk1"/>
              </a:buClr>
              <a:buSzPts val="1100"/>
              <a:buFont typeface="Arial"/>
              <a:buNone/>
            </a:pPr>
            <a:r>
              <a:rPr b="1" lang="en" sz="1200">
                <a:latin typeface="Trebuchet MS"/>
                <a:ea typeface="Trebuchet MS"/>
                <a:cs typeface="Trebuchet MS"/>
                <a:sym typeface="Trebuchet MS"/>
              </a:rPr>
              <a:t>Key Features of Objects</a:t>
            </a:r>
            <a:endParaRPr b="1" sz="1200">
              <a:latin typeface="Trebuchet MS"/>
              <a:ea typeface="Trebuchet MS"/>
              <a:cs typeface="Trebuchet MS"/>
              <a:sym typeface="Trebuchet MS"/>
            </a:endParaRPr>
          </a:p>
          <a:p>
            <a:pPr indent="-298450" lvl="0" marL="457200" rtl="0" algn="l">
              <a:lnSpc>
                <a:spcPct val="115000"/>
              </a:lnSpc>
              <a:spcBef>
                <a:spcPts val="1200"/>
              </a:spcBef>
              <a:spcAft>
                <a:spcPts val="0"/>
              </a:spcAft>
              <a:buSzPts val="1100"/>
              <a:buAutoNum type="arabicPeriod"/>
            </a:pPr>
            <a:r>
              <a:rPr b="1" lang="en" sz="1100">
                <a:latin typeface="Trebuchet MS"/>
                <a:ea typeface="Trebuchet MS"/>
                <a:cs typeface="Trebuchet MS"/>
                <a:sym typeface="Trebuchet MS"/>
              </a:rPr>
              <a:t>Key-Value Pairs</a:t>
            </a:r>
            <a:r>
              <a:rPr lang="en" sz="1100">
                <a:latin typeface="Trebuchet MS"/>
                <a:ea typeface="Trebuchet MS"/>
                <a:cs typeface="Trebuchet MS"/>
                <a:sym typeface="Trebuchet MS"/>
              </a:rPr>
              <a:t>: Data is stored as key-value pairs (e.g., </a:t>
            </a:r>
            <a:r>
              <a:rPr lang="en" sz="1100">
                <a:solidFill>
                  <a:srgbClr val="188038"/>
                </a:solidFill>
                <a:latin typeface="Trebuchet MS"/>
                <a:ea typeface="Trebuchet MS"/>
                <a:cs typeface="Trebuchet MS"/>
                <a:sym typeface="Trebuchet MS"/>
              </a:rPr>
              <a:t>name: "John"</a:t>
            </a:r>
            <a:r>
              <a:rPr lang="en" sz="1100">
                <a:latin typeface="Trebuchet MS"/>
                <a:ea typeface="Trebuchet MS"/>
                <a:cs typeface="Trebuchet MS"/>
                <a:sym typeface="Trebuchet MS"/>
              </a:rPr>
              <a:t>).</a:t>
            </a:r>
            <a:endParaRPr sz="1100">
              <a:latin typeface="Trebuchet MS"/>
              <a:ea typeface="Trebuchet MS"/>
              <a:cs typeface="Trebuchet MS"/>
              <a:sym typeface="Trebuchet MS"/>
            </a:endParaRPr>
          </a:p>
          <a:p>
            <a:pPr indent="-298450" lvl="0" marL="457200" rtl="0" algn="l">
              <a:lnSpc>
                <a:spcPct val="115000"/>
              </a:lnSpc>
              <a:spcBef>
                <a:spcPts val="0"/>
              </a:spcBef>
              <a:spcAft>
                <a:spcPts val="0"/>
              </a:spcAft>
              <a:buSzPts val="1100"/>
              <a:buAutoNum type="arabicPeriod"/>
            </a:pPr>
            <a:r>
              <a:rPr b="1" lang="en" sz="1100">
                <a:latin typeface="Trebuchet MS"/>
                <a:ea typeface="Trebuchet MS"/>
                <a:cs typeface="Trebuchet MS"/>
                <a:sym typeface="Trebuchet MS"/>
              </a:rPr>
              <a:t>Flexible</a:t>
            </a:r>
            <a:r>
              <a:rPr lang="en" sz="1100">
                <a:latin typeface="Trebuchet MS"/>
                <a:ea typeface="Trebuchet MS"/>
                <a:cs typeface="Trebuchet MS"/>
                <a:sym typeface="Trebuchet MS"/>
              </a:rPr>
              <a:t>: Can store values of any type (e.g., strings, numbers, arrays, or other objects).</a:t>
            </a:r>
            <a:endParaRPr sz="1100">
              <a:latin typeface="Trebuchet MS"/>
              <a:ea typeface="Trebuchet MS"/>
              <a:cs typeface="Trebuchet MS"/>
              <a:sym typeface="Trebuchet MS"/>
            </a:endParaRPr>
          </a:p>
          <a:p>
            <a:pPr indent="-298450" lvl="0" marL="457200" rtl="0" algn="l">
              <a:lnSpc>
                <a:spcPct val="115000"/>
              </a:lnSpc>
              <a:spcBef>
                <a:spcPts val="0"/>
              </a:spcBef>
              <a:spcAft>
                <a:spcPts val="0"/>
              </a:spcAft>
              <a:buSzPts val="1100"/>
              <a:buAutoNum type="arabicPeriod"/>
            </a:pPr>
            <a:r>
              <a:rPr b="1" lang="en" sz="1100">
                <a:latin typeface="Trebuchet MS"/>
                <a:ea typeface="Trebuchet MS"/>
                <a:cs typeface="Trebuchet MS"/>
                <a:sym typeface="Trebuchet MS"/>
              </a:rPr>
              <a:t>Dynamic</a:t>
            </a:r>
            <a:r>
              <a:rPr lang="en" sz="1100">
                <a:latin typeface="Trebuchet MS"/>
                <a:ea typeface="Trebuchet MS"/>
                <a:cs typeface="Trebuchet MS"/>
                <a:sym typeface="Trebuchet MS"/>
              </a:rPr>
              <a:t>: You can add, update, or remove properties at any time.</a:t>
            </a:r>
            <a:endParaRPr sz="1100">
              <a:latin typeface="Trebuchet MS"/>
              <a:ea typeface="Trebuchet MS"/>
              <a:cs typeface="Trebuchet MS"/>
              <a:sym typeface="Trebuchet MS"/>
            </a:endParaRPr>
          </a:p>
          <a:p>
            <a:pPr indent="0" lvl="0" marL="0" rtl="0" algn="l">
              <a:lnSpc>
                <a:spcPct val="115000"/>
              </a:lnSpc>
              <a:spcBef>
                <a:spcPts val="1400"/>
              </a:spcBef>
              <a:spcAft>
                <a:spcPts val="0"/>
              </a:spcAft>
              <a:buNone/>
            </a:pPr>
            <a:r>
              <a:rPr b="1" lang="en" sz="1500">
                <a:latin typeface="Trebuchet MS"/>
                <a:ea typeface="Trebuchet MS"/>
                <a:cs typeface="Trebuchet MS"/>
                <a:sym typeface="Trebuchet MS"/>
              </a:rPr>
              <a:t>Creating an Object</a:t>
            </a:r>
            <a:endParaRPr b="1" sz="1500">
              <a:latin typeface="Trebuchet MS"/>
              <a:ea typeface="Trebuchet MS"/>
              <a:cs typeface="Trebuchet MS"/>
              <a:sym typeface="Trebuchet MS"/>
            </a:endParaRPr>
          </a:p>
          <a:p>
            <a:pPr indent="0" lvl="0" marL="0" rtl="0" algn="l">
              <a:lnSpc>
                <a:spcPct val="115000"/>
              </a:lnSpc>
              <a:spcBef>
                <a:spcPts val="1400"/>
              </a:spcBef>
              <a:spcAft>
                <a:spcPts val="0"/>
              </a:spcAft>
              <a:buClr>
                <a:schemeClr val="dk1"/>
              </a:buClr>
              <a:buSzPts val="1100"/>
              <a:buFont typeface="Arial"/>
              <a:buNone/>
            </a:pPr>
            <a:r>
              <a:rPr lang="en" sz="1100">
                <a:latin typeface="Trebuchet MS"/>
                <a:ea typeface="Trebuchet MS"/>
                <a:cs typeface="Trebuchet MS"/>
                <a:sym typeface="Trebuchet MS"/>
              </a:rPr>
              <a:t>There are multiple ways to create objects:</a:t>
            </a:r>
            <a:endParaRPr sz="1100">
              <a:latin typeface="Trebuchet MS"/>
              <a:ea typeface="Trebuchet MS"/>
              <a:cs typeface="Trebuchet MS"/>
              <a:sym typeface="Trebuchet MS"/>
            </a:endParaRPr>
          </a:p>
          <a:p>
            <a:pPr indent="0" lvl="0" marL="0" rtl="0" algn="l">
              <a:lnSpc>
                <a:spcPct val="115000"/>
              </a:lnSpc>
              <a:spcBef>
                <a:spcPts val="1200"/>
              </a:spcBef>
              <a:spcAft>
                <a:spcPts val="0"/>
              </a:spcAft>
              <a:buClr>
                <a:schemeClr val="dk1"/>
              </a:buClr>
              <a:buSzPts val="1100"/>
              <a:buFont typeface="Arial"/>
              <a:buNone/>
            </a:pPr>
            <a:r>
              <a:rPr b="1" lang="en" sz="1100">
                <a:latin typeface="Trebuchet MS"/>
                <a:ea typeface="Trebuchet MS"/>
                <a:cs typeface="Trebuchet MS"/>
                <a:sym typeface="Trebuchet MS"/>
              </a:rPr>
              <a:t>1. Object Literal</a:t>
            </a:r>
            <a:endParaRPr sz="1100">
              <a:latin typeface="Trebuchet MS"/>
              <a:ea typeface="Trebuchet MS"/>
              <a:cs typeface="Trebuchet MS"/>
              <a:sym typeface="Trebuchet MS"/>
            </a:endParaRPr>
          </a:p>
          <a:p>
            <a:pPr indent="0" lvl="0" marL="0" rtl="0" algn="l">
              <a:spcBef>
                <a:spcPts val="480"/>
              </a:spcBef>
              <a:spcAft>
                <a:spcPts val="0"/>
              </a:spcAft>
              <a:buNone/>
            </a:pPr>
            <a:r>
              <a:rPr lang="en" sz="1100">
                <a:solidFill>
                  <a:srgbClr val="188038"/>
                </a:solidFill>
                <a:latin typeface="Trebuchet MS"/>
                <a:ea typeface="Trebuchet MS"/>
                <a:cs typeface="Trebuchet MS"/>
                <a:sym typeface="Trebuchet MS"/>
              </a:rPr>
              <a:t>var person = {</a:t>
            </a:r>
            <a:endParaRPr sz="1100">
              <a:solidFill>
                <a:srgbClr val="188038"/>
              </a:solidFill>
              <a:latin typeface="Trebuchet MS"/>
              <a:ea typeface="Trebuchet MS"/>
              <a:cs typeface="Trebuchet MS"/>
              <a:sym typeface="Trebuchet MS"/>
            </a:endParaRPr>
          </a:p>
          <a:p>
            <a:pPr indent="0" lvl="0" marL="0" rtl="0" algn="l">
              <a:spcBef>
                <a:spcPts val="480"/>
              </a:spcBef>
              <a:spcAft>
                <a:spcPts val="0"/>
              </a:spcAft>
              <a:buNone/>
            </a:pPr>
            <a:r>
              <a:rPr lang="en" sz="1100">
                <a:solidFill>
                  <a:srgbClr val="188038"/>
                </a:solidFill>
                <a:latin typeface="Trebuchet MS"/>
                <a:ea typeface="Trebuchet MS"/>
                <a:cs typeface="Trebuchet MS"/>
                <a:sym typeface="Trebuchet MS"/>
              </a:rPr>
              <a:t>  name: "John",</a:t>
            </a:r>
            <a:endParaRPr sz="1100">
              <a:solidFill>
                <a:srgbClr val="188038"/>
              </a:solidFill>
              <a:latin typeface="Trebuchet MS"/>
              <a:ea typeface="Trebuchet MS"/>
              <a:cs typeface="Trebuchet MS"/>
              <a:sym typeface="Trebuchet MS"/>
            </a:endParaRPr>
          </a:p>
          <a:p>
            <a:pPr indent="0" lvl="0" marL="0" rtl="0" algn="l">
              <a:spcBef>
                <a:spcPts val="480"/>
              </a:spcBef>
              <a:spcAft>
                <a:spcPts val="0"/>
              </a:spcAft>
              <a:buNone/>
            </a:pPr>
            <a:r>
              <a:rPr lang="en" sz="1100">
                <a:solidFill>
                  <a:srgbClr val="188038"/>
                </a:solidFill>
                <a:latin typeface="Trebuchet MS"/>
                <a:ea typeface="Trebuchet MS"/>
                <a:cs typeface="Trebuchet MS"/>
                <a:sym typeface="Trebuchet MS"/>
              </a:rPr>
              <a:t>  age: 30,</a:t>
            </a:r>
            <a:endParaRPr sz="1100">
              <a:solidFill>
                <a:srgbClr val="188038"/>
              </a:solidFill>
              <a:latin typeface="Trebuchet MS"/>
              <a:ea typeface="Trebuchet MS"/>
              <a:cs typeface="Trebuchet MS"/>
              <a:sym typeface="Trebuchet MS"/>
            </a:endParaRPr>
          </a:p>
          <a:p>
            <a:pPr indent="0" lvl="0" marL="0" rtl="0" algn="l">
              <a:spcBef>
                <a:spcPts val="480"/>
              </a:spcBef>
              <a:spcAft>
                <a:spcPts val="0"/>
              </a:spcAft>
              <a:buNone/>
            </a:pPr>
            <a:r>
              <a:rPr lang="en" sz="1100">
                <a:solidFill>
                  <a:srgbClr val="188038"/>
                </a:solidFill>
                <a:latin typeface="Trebuchet MS"/>
                <a:ea typeface="Trebuchet MS"/>
                <a:cs typeface="Trebuchet MS"/>
                <a:sym typeface="Trebuchet MS"/>
              </a:rPr>
              <a:t>  isMarried: false,</a:t>
            </a:r>
            <a:endParaRPr sz="1100">
              <a:solidFill>
                <a:srgbClr val="188038"/>
              </a:solidFill>
              <a:latin typeface="Trebuchet MS"/>
              <a:ea typeface="Trebuchet MS"/>
              <a:cs typeface="Trebuchet MS"/>
              <a:sym typeface="Trebuchet MS"/>
            </a:endParaRPr>
          </a:p>
          <a:p>
            <a:pPr indent="0" lvl="0" marL="0" rtl="0" algn="l">
              <a:spcBef>
                <a:spcPts val="480"/>
              </a:spcBef>
              <a:spcAft>
                <a:spcPts val="0"/>
              </a:spcAft>
              <a:buNone/>
            </a:pPr>
            <a:r>
              <a:rPr lang="en" sz="1100">
                <a:solidFill>
                  <a:srgbClr val="188038"/>
                </a:solidFill>
                <a:latin typeface="Trebuchet MS"/>
                <a:ea typeface="Trebuchet MS"/>
                <a:cs typeface="Trebuchet MS"/>
                <a:sym typeface="Trebuchet MS"/>
              </a:rPr>
              <a:t>};</a:t>
            </a:r>
            <a:endParaRPr>
              <a:latin typeface="Trebuchet MS"/>
              <a:ea typeface="Trebuchet MS"/>
              <a:cs typeface="Trebuchet MS"/>
              <a:sym typeface="Trebuchet MS"/>
            </a:endParaRPr>
          </a:p>
        </p:txBody>
      </p:sp>
      <p:sp>
        <p:nvSpPr>
          <p:cNvPr id="182" name="Google Shape;182;p31"/>
          <p:cNvSpPr txBox="1"/>
          <p:nvPr/>
        </p:nvSpPr>
        <p:spPr>
          <a:xfrm>
            <a:off x="4896300" y="3676200"/>
            <a:ext cx="3277500" cy="1072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Clr>
                <a:schemeClr val="dk1"/>
              </a:buClr>
              <a:buSzPts val="1100"/>
              <a:buFont typeface="Arial"/>
              <a:buNone/>
            </a:pPr>
            <a:r>
              <a:rPr b="1" lang="en" sz="1100">
                <a:solidFill>
                  <a:schemeClr val="dk1"/>
                </a:solidFill>
              </a:rPr>
              <a:t>2. Using </a:t>
            </a:r>
            <a:r>
              <a:rPr b="1" lang="en" sz="1100">
                <a:solidFill>
                  <a:srgbClr val="188038"/>
                </a:solidFill>
                <a:latin typeface="Roboto Mono"/>
                <a:ea typeface="Roboto Mono"/>
                <a:cs typeface="Roboto Mono"/>
                <a:sym typeface="Roboto Mono"/>
              </a:rPr>
              <a:t>new Object()</a:t>
            </a:r>
            <a:endParaRPr sz="1100">
              <a:solidFill>
                <a:schemeClr val="dk1"/>
              </a:solidFill>
            </a:endParaRPr>
          </a:p>
          <a:p>
            <a:pPr indent="0" lvl="0" marL="0" rtl="0" algn="l">
              <a:spcBef>
                <a:spcPts val="480"/>
              </a:spcBef>
              <a:spcAft>
                <a:spcPts val="0"/>
              </a:spcAft>
              <a:buClr>
                <a:schemeClr val="dk1"/>
              </a:buClr>
              <a:buSzPts val="1100"/>
              <a:buFont typeface="Arial"/>
              <a:buNone/>
            </a:pPr>
            <a:r>
              <a:rPr lang="en" sz="1100">
                <a:solidFill>
                  <a:srgbClr val="188038"/>
                </a:solidFill>
                <a:latin typeface="Roboto Mono"/>
                <a:ea typeface="Roboto Mono"/>
                <a:cs typeface="Roboto Mono"/>
                <a:sym typeface="Roboto Mono"/>
              </a:rPr>
              <a:t>var person = new Object();</a:t>
            </a:r>
            <a:endParaRPr sz="1100">
              <a:solidFill>
                <a:srgbClr val="188038"/>
              </a:solidFill>
              <a:latin typeface="Roboto Mono"/>
              <a:ea typeface="Roboto Mono"/>
              <a:cs typeface="Roboto Mono"/>
              <a:sym typeface="Roboto Mono"/>
            </a:endParaRPr>
          </a:p>
          <a:p>
            <a:pPr indent="0" lvl="0" marL="0" rtl="0" algn="l">
              <a:spcBef>
                <a:spcPts val="480"/>
              </a:spcBef>
              <a:spcAft>
                <a:spcPts val="0"/>
              </a:spcAft>
              <a:buClr>
                <a:schemeClr val="dk1"/>
              </a:buClr>
              <a:buSzPts val="1100"/>
              <a:buFont typeface="Arial"/>
              <a:buNone/>
            </a:pPr>
            <a:r>
              <a:rPr lang="en" sz="1100">
                <a:solidFill>
                  <a:srgbClr val="188038"/>
                </a:solidFill>
                <a:latin typeface="Roboto Mono"/>
                <a:ea typeface="Roboto Mono"/>
                <a:cs typeface="Roboto Mono"/>
                <a:sym typeface="Roboto Mono"/>
              </a:rPr>
              <a:t>person.name = "John";</a:t>
            </a:r>
            <a:endParaRPr sz="1100">
              <a:solidFill>
                <a:srgbClr val="188038"/>
              </a:solidFill>
              <a:latin typeface="Roboto Mono"/>
              <a:ea typeface="Roboto Mono"/>
              <a:cs typeface="Roboto Mono"/>
              <a:sym typeface="Roboto Mono"/>
            </a:endParaRPr>
          </a:p>
          <a:p>
            <a:pPr indent="0" lvl="0" marL="0" rtl="0" algn="l">
              <a:spcBef>
                <a:spcPts val="480"/>
              </a:spcBef>
              <a:spcAft>
                <a:spcPts val="0"/>
              </a:spcAft>
              <a:buClr>
                <a:schemeClr val="dk1"/>
              </a:buClr>
              <a:buSzPts val="1100"/>
              <a:buFont typeface="Arial"/>
              <a:buNone/>
            </a:pPr>
            <a:r>
              <a:rPr lang="en" sz="1100">
                <a:solidFill>
                  <a:srgbClr val="188038"/>
                </a:solidFill>
                <a:latin typeface="Roboto Mono"/>
                <a:ea typeface="Roboto Mono"/>
                <a:cs typeface="Roboto Mono"/>
                <a:sym typeface="Roboto Mono"/>
              </a:rPr>
              <a:t>person.age = 30;</a:t>
            </a:r>
            <a:endParaRPr sz="1100">
              <a:solidFill>
                <a:srgbClr val="188038"/>
              </a:solidFill>
              <a:latin typeface="Roboto Mono"/>
              <a:ea typeface="Roboto Mono"/>
              <a:cs typeface="Roboto Mono"/>
              <a:sym typeface="Roboto Mono"/>
            </a:endParaRPr>
          </a:p>
        </p:txBody>
      </p:sp>
      <p:pic>
        <p:nvPicPr>
          <p:cNvPr id="183" name="Google Shape;183;p31"/>
          <p:cNvPicPr preferRelativeResize="0"/>
          <p:nvPr/>
        </p:nvPicPr>
        <p:blipFill>
          <a:blip r:embed="rId3">
            <a:alphaModFix/>
          </a:blip>
          <a:stretch>
            <a:fillRect/>
          </a:stretch>
        </p:blipFill>
        <p:spPr>
          <a:xfrm>
            <a:off x="6959275" y="116633"/>
            <a:ext cx="2009775" cy="438150"/>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 name="Shape 187"/>
        <p:cNvGrpSpPr/>
        <p:nvPr/>
      </p:nvGrpSpPr>
      <p:grpSpPr>
        <a:xfrm>
          <a:off x="0" y="0"/>
          <a:ext cx="0" cy="0"/>
          <a:chOff x="0" y="0"/>
          <a:chExt cx="0" cy="0"/>
        </a:xfrm>
      </p:grpSpPr>
      <p:sp>
        <p:nvSpPr>
          <p:cNvPr id="188" name="Google Shape;188;p32"/>
          <p:cNvSpPr txBox="1"/>
          <p:nvPr>
            <p:ph idx="1" type="body"/>
          </p:nvPr>
        </p:nvSpPr>
        <p:spPr>
          <a:xfrm>
            <a:off x="280550" y="143550"/>
            <a:ext cx="8564400" cy="4784700"/>
          </a:xfrm>
          <a:prstGeom prst="rect">
            <a:avLst/>
          </a:prstGeom>
        </p:spPr>
        <p:txBody>
          <a:bodyPr anchorCtr="0" anchor="t" bIns="91425" lIns="91425" spcFirstLastPara="1" rIns="91425" wrap="square" tIns="91425">
            <a:noAutofit/>
          </a:bodyPr>
          <a:lstStyle/>
          <a:p>
            <a:pPr indent="0" lvl="0" marL="0" rtl="0" algn="l">
              <a:lnSpc>
                <a:spcPct val="115000"/>
              </a:lnSpc>
              <a:spcBef>
                <a:spcPts val="1400"/>
              </a:spcBef>
              <a:spcAft>
                <a:spcPts val="0"/>
              </a:spcAft>
              <a:buClr>
                <a:schemeClr val="dk1"/>
              </a:buClr>
              <a:buSzPts val="1100"/>
              <a:buFont typeface="Arial"/>
              <a:buNone/>
            </a:pPr>
            <a:r>
              <a:rPr b="1" lang="en" sz="1500">
                <a:latin typeface="Trebuchet MS"/>
                <a:ea typeface="Trebuchet MS"/>
                <a:cs typeface="Trebuchet MS"/>
                <a:sym typeface="Trebuchet MS"/>
              </a:rPr>
              <a:t>Accessing Properties</a:t>
            </a:r>
            <a:endParaRPr b="1" sz="1500">
              <a:latin typeface="Trebuchet MS"/>
              <a:ea typeface="Trebuchet MS"/>
              <a:cs typeface="Trebuchet MS"/>
              <a:sym typeface="Trebuchet MS"/>
            </a:endParaRPr>
          </a:p>
          <a:p>
            <a:pPr indent="0" lvl="0" marL="0" rtl="0" algn="l">
              <a:lnSpc>
                <a:spcPct val="115000"/>
              </a:lnSpc>
              <a:spcBef>
                <a:spcPts val="1200"/>
              </a:spcBef>
              <a:spcAft>
                <a:spcPts val="0"/>
              </a:spcAft>
              <a:buClr>
                <a:schemeClr val="dk1"/>
              </a:buClr>
              <a:buSzPts val="1100"/>
              <a:buFont typeface="Arial"/>
              <a:buNone/>
            </a:pPr>
            <a:r>
              <a:rPr b="1" lang="en" sz="1100">
                <a:latin typeface="Trebuchet MS"/>
                <a:ea typeface="Trebuchet MS"/>
                <a:cs typeface="Trebuchet MS"/>
                <a:sym typeface="Trebuchet MS"/>
              </a:rPr>
              <a:t>1. Dot Notation</a:t>
            </a:r>
            <a:endParaRPr sz="1100">
              <a:latin typeface="Trebuchet MS"/>
              <a:ea typeface="Trebuchet MS"/>
              <a:cs typeface="Trebuchet MS"/>
              <a:sym typeface="Trebuchet MS"/>
            </a:endParaRPr>
          </a:p>
          <a:p>
            <a:pPr indent="0" lvl="0" marL="0" rtl="0" algn="l">
              <a:spcBef>
                <a:spcPts val="480"/>
              </a:spcBef>
              <a:spcAft>
                <a:spcPts val="0"/>
              </a:spcAft>
              <a:buClr>
                <a:schemeClr val="dk1"/>
              </a:buClr>
              <a:buSzPts val="1100"/>
              <a:buFont typeface="Arial"/>
              <a:buNone/>
            </a:pPr>
            <a:r>
              <a:rPr lang="en" sz="1100">
                <a:solidFill>
                  <a:srgbClr val="188038"/>
                </a:solidFill>
                <a:latin typeface="Trebuchet MS"/>
                <a:ea typeface="Trebuchet MS"/>
                <a:cs typeface="Trebuchet MS"/>
                <a:sym typeface="Trebuchet MS"/>
              </a:rPr>
              <a:t>console.log(person.name); // "John"</a:t>
            </a:r>
            <a:endParaRPr sz="1100">
              <a:solidFill>
                <a:srgbClr val="188038"/>
              </a:solidFill>
              <a:latin typeface="Trebuchet MS"/>
              <a:ea typeface="Trebuchet MS"/>
              <a:cs typeface="Trebuchet MS"/>
              <a:sym typeface="Trebuchet MS"/>
            </a:endParaRPr>
          </a:p>
          <a:p>
            <a:pPr indent="0" lvl="0" marL="0" rtl="0" algn="l">
              <a:lnSpc>
                <a:spcPct val="115000"/>
              </a:lnSpc>
              <a:spcBef>
                <a:spcPts val="1200"/>
              </a:spcBef>
              <a:spcAft>
                <a:spcPts val="0"/>
              </a:spcAft>
              <a:buClr>
                <a:schemeClr val="dk1"/>
              </a:buClr>
              <a:buSzPts val="1100"/>
              <a:buFont typeface="Arial"/>
              <a:buNone/>
            </a:pPr>
            <a:r>
              <a:rPr b="1" lang="en" sz="1100">
                <a:latin typeface="Trebuchet MS"/>
                <a:ea typeface="Trebuchet MS"/>
                <a:cs typeface="Trebuchet MS"/>
                <a:sym typeface="Trebuchet MS"/>
              </a:rPr>
              <a:t>2. Bracket Notation</a:t>
            </a:r>
            <a:endParaRPr b="1" sz="1100">
              <a:latin typeface="Trebuchet MS"/>
              <a:ea typeface="Trebuchet MS"/>
              <a:cs typeface="Trebuchet MS"/>
              <a:sym typeface="Trebuchet MS"/>
            </a:endParaRPr>
          </a:p>
          <a:p>
            <a:pPr indent="0" lvl="0" marL="0" rtl="0" algn="l">
              <a:lnSpc>
                <a:spcPct val="115000"/>
              </a:lnSpc>
              <a:spcBef>
                <a:spcPts val="1200"/>
              </a:spcBef>
              <a:spcAft>
                <a:spcPts val="0"/>
              </a:spcAft>
              <a:buNone/>
            </a:pPr>
            <a:r>
              <a:rPr lang="en" sz="1100">
                <a:latin typeface="Trebuchet MS"/>
                <a:ea typeface="Trebuchet MS"/>
                <a:cs typeface="Trebuchet MS"/>
                <a:sym typeface="Trebuchet MS"/>
              </a:rPr>
              <a:t>Useful for dynamic keys or keys with special characters.</a:t>
            </a:r>
            <a:endParaRPr sz="1100">
              <a:latin typeface="Trebuchet MS"/>
              <a:ea typeface="Trebuchet MS"/>
              <a:cs typeface="Trebuchet MS"/>
              <a:sym typeface="Trebuchet MS"/>
            </a:endParaRPr>
          </a:p>
          <a:p>
            <a:pPr indent="0" lvl="0" marL="0" rtl="0" algn="l">
              <a:lnSpc>
                <a:spcPct val="115000"/>
              </a:lnSpc>
              <a:spcBef>
                <a:spcPts val="1200"/>
              </a:spcBef>
              <a:spcAft>
                <a:spcPts val="0"/>
              </a:spcAft>
              <a:buNone/>
            </a:pPr>
            <a:r>
              <a:rPr lang="en" sz="1100">
                <a:solidFill>
                  <a:srgbClr val="188038"/>
                </a:solidFill>
                <a:latin typeface="Trebuchet MS"/>
                <a:ea typeface="Trebuchet MS"/>
                <a:cs typeface="Trebuchet MS"/>
                <a:sym typeface="Trebuchet MS"/>
              </a:rPr>
              <a:t>console.log(person["age"]); // 30</a:t>
            </a:r>
            <a:endParaRPr sz="1100">
              <a:solidFill>
                <a:srgbClr val="188038"/>
              </a:solidFill>
              <a:latin typeface="Trebuchet MS"/>
              <a:ea typeface="Trebuchet MS"/>
              <a:cs typeface="Trebuchet MS"/>
              <a:sym typeface="Trebuchet MS"/>
            </a:endParaRPr>
          </a:p>
          <a:p>
            <a:pPr indent="0" lvl="0" marL="0" rtl="0" algn="l">
              <a:lnSpc>
                <a:spcPct val="115000"/>
              </a:lnSpc>
              <a:spcBef>
                <a:spcPts val="1200"/>
              </a:spcBef>
              <a:spcAft>
                <a:spcPts val="0"/>
              </a:spcAft>
              <a:buNone/>
            </a:pPr>
            <a:r>
              <a:rPr lang="en" sz="1100">
                <a:solidFill>
                  <a:srgbClr val="188038"/>
                </a:solidFill>
                <a:latin typeface="Trebuchet MS"/>
                <a:ea typeface="Trebuchet MS"/>
                <a:cs typeface="Trebuchet MS"/>
                <a:sym typeface="Trebuchet MS"/>
              </a:rPr>
              <a:t>Deep copy :-var test=JSON.parse(JSON.stringify(person));</a:t>
            </a:r>
            <a:endParaRPr sz="1100">
              <a:solidFill>
                <a:srgbClr val="188038"/>
              </a:solidFill>
              <a:latin typeface="Trebuchet MS"/>
              <a:ea typeface="Trebuchet MS"/>
              <a:cs typeface="Trebuchet MS"/>
              <a:sym typeface="Trebuchet MS"/>
            </a:endParaRPr>
          </a:p>
          <a:p>
            <a:pPr indent="0" lvl="0" marL="0" rtl="0" algn="l">
              <a:lnSpc>
                <a:spcPct val="115000"/>
              </a:lnSpc>
              <a:spcBef>
                <a:spcPts val="1400"/>
              </a:spcBef>
              <a:spcAft>
                <a:spcPts val="0"/>
              </a:spcAft>
              <a:buClr>
                <a:schemeClr val="dk1"/>
              </a:buClr>
              <a:buSzPts val="1100"/>
              <a:buFont typeface="Arial"/>
              <a:buNone/>
            </a:pPr>
            <a:r>
              <a:rPr b="1" lang="en" sz="1500">
                <a:latin typeface="Trebuchet MS"/>
                <a:ea typeface="Trebuchet MS"/>
                <a:cs typeface="Trebuchet MS"/>
                <a:sym typeface="Trebuchet MS"/>
              </a:rPr>
              <a:t>Modifying an Object</a:t>
            </a:r>
            <a:endParaRPr b="1" sz="1500">
              <a:latin typeface="Trebuchet MS"/>
              <a:ea typeface="Trebuchet MS"/>
              <a:cs typeface="Trebuchet MS"/>
              <a:sym typeface="Trebuchet MS"/>
            </a:endParaRPr>
          </a:p>
          <a:p>
            <a:pPr indent="0" lvl="0" marL="0" rtl="0" algn="l">
              <a:lnSpc>
                <a:spcPct val="115000"/>
              </a:lnSpc>
              <a:spcBef>
                <a:spcPts val="1200"/>
              </a:spcBef>
              <a:spcAft>
                <a:spcPts val="0"/>
              </a:spcAft>
              <a:buClr>
                <a:schemeClr val="dk1"/>
              </a:buClr>
              <a:buSzPts val="1100"/>
              <a:buFont typeface="Arial"/>
              <a:buNone/>
            </a:pPr>
            <a:r>
              <a:rPr b="1" lang="en" sz="1100">
                <a:latin typeface="Trebuchet MS"/>
                <a:ea typeface="Trebuchet MS"/>
                <a:cs typeface="Trebuchet MS"/>
                <a:sym typeface="Trebuchet MS"/>
              </a:rPr>
              <a:t>1. Adding a New Property</a:t>
            </a:r>
            <a:endParaRPr sz="1100">
              <a:latin typeface="Trebuchet MS"/>
              <a:ea typeface="Trebuchet MS"/>
              <a:cs typeface="Trebuchet MS"/>
              <a:sym typeface="Trebuchet MS"/>
            </a:endParaRPr>
          </a:p>
          <a:p>
            <a:pPr indent="0" lvl="0" marL="0" rtl="0" algn="l">
              <a:spcBef>
                <a:spcPts val="480"/>
              </a:spcBef>
              <a:spcAft>
                <a:spcPts val="0"/>
              </a:spcAft>
              <a:buClr>
                <a:schemeClr val="dk1"/>
              </a:buClr>
              <a:buSzPts val="1100"/>
              <a:buFont typeface="Arial"/>
              <a:buNone/>
            </a:pPr>
            <a:r>
              <a:rPr lang="en" sz="1100">
                <a:solidFill>
                  <a:srgbClr val="188038"/>
                </a:solidFill>
                <a:latin typeface="Trebuchet MS"/>
                <a:ea typeface="Trebuchet MS"/>
                <a:cs typeface="Trebuchet MS"/>
                <a:sym typeface="Trebuchet MS"/>
              </a:rPr>
              <a:t>person.address = "123 Main St";</a:t>
            </a:r>
            <a:endParaRPr sz="1100">
              <a:solidFill>
                <a:srgbClr val="188038"/>
              </a:solidFill>
              <a:latin typeface="Trebuchet MS"/>
              <a:ea typeface="Trebuchet MS"/>
              <a:cs typeface="Trebuchet MS"/>
              <a:sym typeface="Trebuchet MS"/>
            </a:endParaRPr>
          </a:p>
          <a:p>
            <a:pPr indent="0" lvl="0" marL="0" rtl="0" algn="l">
              <a:spcBef>
                <a:spcPts val="480"/>
              </a:spcBef>
              <a:spcAft>
                <a:spcPts val="0"/>
              </a:spcAft>
              <a:buClr>
                <a:schemeClr val="dk1"/>
              </a:buClr>
              <a:buSzPts val="1100"/>
              <a:buFont typeface="Arial"/>
              <a:buNone/>
            </a:pPr>
            <a:r>
              <a:rPr lang="en" sz="1100">
                <a:solidFill>
                  <a:srgbClr val="188038"/>
                </a:solidFill>
                <a:latin typeface="Trebuchet MS"/>
                <a:ea typeface="Trebuchet MS"/>
                <a:cs typeface="Trebuchet MS"/>
                <a:sym typeface="Trebuchet MS"/>
              </a:rPr>
              <a:t>console.log(person.address); // "123 Main St"</a:t>
            </a:r>
            <a:endParaRPr sz="1100">
              <a:solidFill>
                <a:srgbClr val="188038"/>
              </a:solidFill>
              <a:latin typeface="Trebuchet MS"/>
              <a:ea typeface="Trebuchet MS"/>
              <a:cs typeface="Trebuchet MS"/>
              <a:sym typeface="Trebuchet MS"/>
            </a:endParaRPr>
          </a:p>
          <a:p>
            <a:pPr indent="0" lvl="0" marL="0" rtl="0" algn="l">
              <a:lnSpc>
                <a:spcPct val="115000"/>
              </a:lnSpc>
              <a:spcBef>
                <a:spcPts val="0"/>
              </a:spcBef>
              <a:spcAft>
                <a:spcPts val="0"/>
              </a:spcAft>
              <a:buClr>
                <a:schemeClr val="dk1"/>
              </a:buClr>
              <a:buSzPts val="1100"/>
              <a:buFont typeface="Arial"/>
              <a:buNone/>
            </a:pPr>
            <a:r>
              <a:t/>
            </a:r>
            <a:endParaRPr sz="1100">
              <a:latin typeface="Trebuchet MS"/>
              <a:ea typeface="Trebuchet MS"/>
              <a:cs typeface="Trebuchet MS"/>
              <a:sym typeface="Trebuchet MS"/>
            </a:endParaRPr>
          </a:p>
          <a:p>
            <a:pPr indent="0" lvl="0" marL="0" rtl="0" algn="l">
              <a:lnSpc>
                <a:spcPct val="115000"/>
              </a:lnSpc>
              <a:spcBef>
                <a:spcPts val="1200"/>
              </a:spcBef>
              <a:spcAft>
                <a:spcPts val="0"/>
              </a:spcAft>
              <a:buClr>
                <a:schemeClr val="dk1"/>
              </a:buClr>
              <a:buSzPts val="1100"/>
              <a:buFont typeface="Arial"/>
              <a:buNone/>
            </a:pPr>
            <a:r>
              <a:rPr b="1" lang="en" sz="1100">
                <a:latin typeface="Trebuchet MS"/>
                <a:ea typeface="Trebuchet MS"/>
                <a:cs typeface="Trebuchet MS"/>
                <a:sym typeface="Trebuchet MS"/>
              </a:rPr>
              <a:t>2. Updating a Property</a:t>
            </a:r>
            <a:endParaRPr sz="1100">
              <a:latin typeface="Trebuchet MS"/>
              <a:ea typeface="Trebuchet MS"/>
              <a:cs typeface="Trebuchet MS"/>
              <a:sym typeface="Trebuchet MS"/>
            </a:endParaRPr>
          </a:p>
          <a:p>
            <a:pPr indent="0" lvl="0" marL="0" rtl="0" algn="l">
              <a:spcBef>
                <a:spcPts val="480"/>
              </a:spcBef>
              <a:spcAft>
                <a:spcPts val="0"/>
              </a:spcAft>
              <a:buClr>
                <a:schemeClr val="dk1"/>
              </a:buClr>
              <a:buSzPts val="1100"/>
              <a:buFont typeface="Arial"/>
              <a:buNone/>
            </a:pPr>
            <a:r>
              <a:rPr lang="en" sz="1100">
                <a:solidFill>
                  <a:srgbClr val="188038"/>
                </a:solidFill>
                <a:latin typeface="Trebuchet MS"/>
                <a:ea typeface="Trebuchet MS"/>
                <a:cs typeface="Trebuchet MS"/>
                <a:sym typeface="Trebuchet MS"/>
              </a:rPr>
              <a:t>person.age = 35;</a:t>
            </a:r>
            <a:endParaRPr sz="1100">
              <a:solidFill>
                <a:srgbClr val="188038"/>
              </a:solidFill>
              <a:latin typeface="Trebuchet MS"/>
              <a:ea typeface="Trebuchet MS"/>
              <a:cs typeface="Trebuchet MS"/>
              <a:sym typeface="Trebuchet MS"/>
            </a:endParaRPr>
          </a:p>
          <a:p>
            <a:pPr indent="0" lvl="0" marL="0" rtl="0" algn="l">
              <a:spcBef>
                <a:spcPts val="480"/>
              </a:spcBef>
              <a:spcAft>
                <a:spcPts val="0"/>
              </a:spcAft>
              <a:buClr>
                <a:schemeClr val="dk1"/>
              </a:buClr>
              <a:buSzPts val="1100"/>
              <a:buFont typeface="Arial"/>
              <a:buNone/>
            </a:pPr>
            <a:r>
              <a:rPr lang="en" sz="1100">
                <a:solidFill>
                  <a:srgbClr val="188038"/>
                </a:solidFill>
                <a:latin typeface="Trebuchet MS"/>
                <a:ea typeface="Trebuchet MS"/>
                <a:cs typeface="Trebuchet MS"/>
                <a:sym typeface="Trebuchet MS"/>
              </a:rPr>
              <a:t>console.log(person.age); // 35</a:t>
            </a:r>
            <a:endParaRPr sz="1100">
              <a:solidFill>
                <a:srgbClr val="188038"/>
              </a:solidFill>
              <a:latin typeface="Trebuchet MS"/>
              <a:ea typeface="Trebuchet MS"/>
              <a:cs typeface="Trebuchet MS"/>
              <a:sym typeface="Trebuchet MS"/>
            </a:endParaRPr>
          </a:p>
          <a:p>
            <a:pPr indent="0" lvl="0" marL="0" rtl="0" algn="l">
              <a:spcBef>
                <a:spcPts val="480"/>
              </a:spcBef>
              <a:spcAft>
                <a:spcPts val="0"/>
              </a:spcAft>
              <a:buNone/>
            </a:pPr>
            <a:r>
              <a:t/>
            </a:r>
            <a:endParaRPr>
              <a:latin typeface="Trebuchet MS"/>
              <a:ea typeface="Trebuchet MS"/>
              <a:cs typeface="Trebuchet MS"/>
              <a:sym typeface="Trebuchet MS"/>
            </a:endParaRPr>
          </a:p>
        </p:txBody>
      </p:sp>
      <p:sp>
        <p:nvSpPr>
          <p:cNvPr id="189" name="Google Shape;189;p32"/>
          <p:cNvSpPr txBox="1"/>
          <p:nvPr/>
        </p:nvSpPr>
        <p:spPr>
          <a:xfrm>
            <a:off x="6491175" y="5239200"/>
            <a:ext cx="45933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1800">
              <a:solidFill>
                <a:schemeClr val="dk2"/>
              </a:solidFill>
            </a:endParaRPr>
          </a:p>
        </p:txBody>
      </p:sp>
      <p:sp>
        <p:nvSpPr>
          <p:cNvPr id="190" name="Google Shape;190;p32"/>
          <p:cNvSpPr txBox="1"/>
          <p:nvPr/>
        </p:nvSpPr>
        <p:spPr>
          <a:xfrm>
            <a:off x="5063750" y="3917850"/>
            <a:ext cx="3221700" cy="841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Clr>
                <a:schemeClr val="dk1"/>
              </a:buClr>
              <a:buSzPts val="1100"/>
              <a:buFont typeface="Arial"/>
              <a:buNone/>
            </a:pPr>
            <a:r>
              <a:rPr b="1" lang="en" sz="1100">
                <a:solidFill>
                  <a:schemeClr val="dk1"/>
                </a:solidFill>
                <a:latin typeface="Trebuchet MS"/>
                <a:ea typeface="Trebuchet MS"/>
                <a:cs typeface="Trebuchet MS"/>
                <a:sym typeface="Trebuchet MS"/>
              </a:rPr>
              <a:t>3. Deleting a Property</a:t>
            </a:r>
            <a:endParaRPr sz="1100">
              <a:solidFill>
                <a:schemeClr val="dk1"/>
              </a:solidFill>
              <a:latin typeface="Trebuchet MS"/>
              <a:ea typeface="Trebuchet MS"/>
              <a:cs typeface="Trebuchet MS"/>
              <a:sym typeface="Trebuchet MS"/>
            </a:endParaRPr>
          </a:p>
          <a:p>
            <a:pPr indent="0" lvl="0" marL="0" rtl="0" algn="l">
              <a:spcBef>
                <a:spcPts val="480"/>
              </a:spcBef>
              <a:spcAft>
                <a:spcPts val="0"/>
              </a:spcAft>
              <a:buClr>
                <a:schemeClr val="dk1"/>
              </a:buClr>
              <a:buSzPts val="1100"/>
              <a:buFont typeface="Arial"/>
              <a:buNone/>
            </a:pPr>
            <a:r>
              <a:rPr lang="en" sz="1100">
                <a:solidFill>
                  <a:srgbClr val="188038"/>
                </a:solidFill>
                <a:latin typeface="Trebuchet MS"/>
                <a:ea typeface="Trebuchet MS"/>
                <a:cs typeface="Trebuchet MS"/>
                <a:sym typeface="Trebuchet MS"/>
              </a:rPr>
              <a:t>delete person.isMarried;</a:t>
            </a:r>
            <a:endParaRPr sz="1100">
              <a:solidFill>
                <a:srgbClr val="188038"/>
              </a:solidFill>
              <a:latin typeface="Trebuchet MS"/>
              <a:ea typeface="Trebuchet MS"/>
              <a:cs typeface="Trebuchet MS"/>
              <a:sym typeface="Trebuchet MS"/>
            </a:endParaRPr>
          </a:p>
          <a:p>
            <a:pPr indent="0" lvl="0" marL="0" rtl="0" algn="l">
              <a:spcBef>
                <a:spcPts val="480"/>
              </a:spcBef>
              <a:spcAft>
                <a:spcPts val="0"/>
              </a:spcAft>
              <a:buClr>
                <a:schemeClr val="dk1"/>
              </a:buClr>
              <a:buSzPts val="1100"/>
              <a:buFont typeface="Arial"/>
              <a:buNone/>
            </a:pPr>
            <a:r>
              <a:rPr lang="en" sz="1100">
                <a:solidFill>
                  <a:srgbClr val="188038"/>
                </a:solidFill>
                <a:latin typeface="Trebuchet MS"/>
                <a:ea typeface="Trebuchet MS"/>
                <a:cs typeface="Trebuchet MS"/>
                <a:sym typeface="Trebuchet MS"/>
              </a:rPr>
              <a:t>console.log(person.isMarried); // undefined</a:t>
            </a:r>
            <a:endParaRPr sz="1800">
              <a:solidFill>
                <a:schemeClr val="dk2"/>
              </a:solidFill>
              <a:latin typeface="Trebuchet MS"/>
              <a:ea typeface="Trebuchet MS"/>
              <a:cs typeface="Trebuchet MS"/>
              <a:sym typeface="Trebuchet MS"/>
            </a:endParaRPr>
          </a:p>
        </p:txBody>
      </p:sp>
      <p:pic>
        <p:nvPicPr>
          <p:cNvPr id="191" name="Google Shape;191;p32"/>
          <p:cNvPicPr preferRelativeResize="0"/>
          <p:nvPr/>
        </p:nvPicPr>
        <p:blipFill>
          <a:blip r:embed="rId3">
            <a:alphaModFix/>
          </a:blip>
          <a:stretch>
            <a:fillRect/>
          </a:stretch>
        </p:blipFill>
        <p:spPr>
          <a:xfrm>
            <a:off x="6959275" y="116633"/>
            <a:ext cx="2009775" cy="438150"/>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5" name="Shape 195"/>
        <p:cNvGrpSpPr/>
        <p:nvPr/>
      </p:nvGrpSpPr>
      <p:grpSpPr>
        <a:xfrm>
          <a:off x="0" y="0"/>
          <a:ext cx="0" cy="0"/>
          <a:chOff x="0" y="0"/>
          <a:chExt cx="0" cy="0"/>
        </a:xfrm>
      </p:grpSpPr>
      <p:sp>
        <p:nvSpPr>
          <p:cNvPr id="196" name="Google Shape;196;p33"/>
          <p:cNvSpPr txBox="1"/>
          <p:nvPr>
            <p:ph idx="1" type="body"/>
          </p:nvPr>
        </p:nvSpPr>
        <p:spPr>
          <a:xfrm>
            <a:off x="280550" y="151525"/>
            <a:ext cx="8564400" cy="4856400"/>
          </a:xfrm>
          <a:prstGeom prst="rect">
            <a:avLst/>
          </a:prstGeom>
        </p:spPr>
        <p:txBody>
          <a:bodyPr anchorCtr="0" anchor="t" bIns="91425" lIns="91425" spcFirstLastPara="1" rIns="91425" wrap="square" tIns="91425">
            <a:noAutofit/>
          </a:bodyPr>
          <a:lstStyle/>
          <a:p>
            <a:pPr indent="0" lvl="0" marL="0" rtl="0" algn="l">
              <a:lnSpc>
                <a:spcPct val="115000"/>
              </a:lnSpc>
              <a:spcBef>
                <a:spcPts val="1400"/>
              </a:spcBef>
              <a:spcAft>
                <a:spcPts val="0"/>
              </a:spcAft>
              <a:buClr>
                <a:schemeClr val="dk1"/>
              </a:buClr>
              <a:buSzPts val="1100"/>
              <a:buFont typeface="Arial"/>
              <a:buNone/>
            </a:pPr>
            <a:r>
              <a:rPr b="1" lang="en" sz="1600">
                <a:latin typeface="Trebuchet MS"/>
                <a:ea typeface="Trebuchet MS"/>
                <a:cs typeface="Trebuchet MS"/>
                <a:sym typeface="Trebuchet MS"/>
              </a:rPr>
              <a:t>Common Object Methods</a:t>
            </a:r>
            <a:endParaRPr b="1" sz="1600">
              <a:latin typeface="Trebuchet MS"/>
              <a:ea typeface="Trebuchet MS"/>
              <a:cs typeface="Trebuchet MS"/>
              <a:sym typeface="Trebuchet MS"/>
            </a:endParaRPr>
          </a:p>
          <a:p>
            <a:pPr indent="0" lvl="0" marL="0" rtl="0" algn="l">
              <a:spcBef>
                <a:spcPts val="480"/>
              </a:spcBef>
              <a:spcAft>
                <a:spcPts val="0"/>
              </a:spcAft>
              <a:buNone/>
            </a:pPr>
            <a:r>
              <a:rPr b="1" lang="en" sz="1200">
                <a:highlight>
                  <a:schemeClr val="lt1"/>
                </a:highlight>
                <a:latin typeface="Trebuchet MS"/>
                <a:ea typeface="Trebuchet MS"/>
                <a:cs typeface="Trebuchet MS"/>
                <a:sym typeface="Trebuchet MS"/>
              </a:rPr>
              <a:t>Object.keys(): </a:t>
            </a:r>
            <a:r>
              <a:rPr lang="en" sz="1100">
                <a:latin typeface="Trebuchet MS"/>
                <a:ea typeface="Trebuchet MS"/>
                <a:cs typeface="Trebuchet MS"/>
                <a:sym typeface="Trebuchet MS"/>
              </a:rPr>
              <a:t>Returns an array of keys.</a:t>
            </a:r>
            <a:endParaRPr sz="1100">
              <a:latin typeface="Trebuchet MS"/>
              <a:ea typeface="Trebuchet MS"/>
              <a:cs typeface="Trebuchet MS"/>
              <a:sym typeface="Trebuchet MS"/>
            </a:endParaRPr>
          </a:p>
          <a:p>
            <a:pPr indent="0" lvl="0" marL="0" rtl="0" algn="l">
              <a:spcBef>
                <a:spcPts val="480"/>
              </a:spcBef>
              <a:spcAft>
                <a:spcPts val="0"/>
              </a:spcAft>
              <a:buNone/>
            </a:pPr>
            <a:br>
              <a:rPr lang="en" sz="1100">
                <a:latin typeface="Trebuchet MS"/>
                <a:ea typeface="Trebuchet MS"/>
                <a:cs typeface="Trebuchet MS"/>
                <a:sym typeface="Trebuchet MS"/>
              </a:rPr>
            </a:br>
            <a:r>
              <a:rPr lang="en" sz="1100">
                <a:solidFill>
                  <a:srgbClr val="188038"/>
                </a:solidFill>
                <a:latin typeface="Trebuchet MS"/>
                <a:ea typeface="Trebuchet MS"/>
                <a:cs typeface="Trebuchet MS"/>
                <a:sym typeface="Trebuchet MS"/>
              </a:rPr>
              <a:t>console.log(Object.keys(person)); // ["name", "age", "address"]</a:t>
            </a:r>
            <a:endParaRPr sz="1100">
              <a:solidFill>
                <a:srgbClr val="188038"/>
              </a:solidFill>
              <a:latin typeface="Trebuchet MS"/>
              <a:ea typeface="Trebuchet MS"/>
              <a:cs typeface="Trebuchet MS"/>
              <a:sym typeface="Trebuchet MS"/>
            </a:endParaRPr>
          </a:p>
          <a:p>
            <a:pPr indent="0" lvl="0" marL="0" rtl="0" algn="l">
              <a:spcBef>
                <a:spcPts val="480"/>
              </a:spcBef>
              <a:spcAft>
                <a:spcPts val="0"/>
              </a:spcAft>
              <a:buNone/>
            </a:pPr>
            <a:r>
              <a:t/>
            </a:r>
            <a:endParaRPr sz="1100">
              <a:solidFill>
                <a:srgbClr val="188038"/>
              </a:solidFill>
              <a:latin typeface="Trebuchet MS"/>
              <a:ea typeface="Trebuchet MS"/>
              <a:cs typeface="Trebuchet MS"/>
              <a:sym typeface="Trebuchet MS"/>
            </a:endParaRPr>
          </a:p>
          <a:p>
            <a:pPr indent="0" lvl="0" marL="0" rtl="0" algn="l">
              <a:spcBef>
                <a:spcPts val="480"/>
              </a:spcBef>
              <a:spcAft>
                <a:spcPts val="0"/>
              </a:spcAft>
              <a:buNone/>
            </a:pPr>
            <a:r>
              <a:rPr b="1" lang="en" sz="1200">
                <a:latin typeface="Trebuchet MS"/>
                <a:ea typeface="Trebuchet MS"/>
                <a:cs typeface="Trebuchet MS"/>
                <a:sym typeface="Trebuchet MS"/>
              </a:rPr>
              <a:t>Object.values()</a:t>
            </a:r>
            <a:r>
              <a:rPr lang="en" sz="1200">
                <a:latin typeface="Trebuchet MS"/>
                <a:ea typeface="Trebuchet MS"/>
                <a:cs typeface="Trebuchet MS"/>
                <a:sym typeface="Trebuchet MS"/>
              </a:rPr>
              <a:t>: </a:t>
            </a:r>
            <a:r>
              <a:rPr lang="en" sz="1100">
                <a:latin typeface="Trebuchet MS"/>
                <a:ea typeface="Trebuchet MS"/>
                <a:cs typeface="Trebuchet MS"/>
                <a:sym typeface="Trebuchet MS"/>
              </a:rPr>
              <a:t>Returns an array of values.</a:t>
            </a:r>
            <a:endParaRPr sz="1100">
              <a:latin typeface="Trebuchet MS"/>
              <a:ea typeface="Trebuchet MS"/>
              <a:cs typeface="Trebuchet MS"/>
              <a:sym typeface="Trebuchet MS"/>
            </a:endParaRPr>
          </a:p>
          <a:p>
            <a:pPr indent="0" lvl="0" marL="0" rtl="0" algn="l">
              <a:spcBef>
                <a:spcPts val="480"/>
              </a:spcBef>
              <a:spcAft>
                <a:spcPts val="0"/>
              </a:spcAft>
              <a:buNone/>
            </a:pPr>
            <a:br>
              <a:rPr lang="en" sz="1100">
                <a:latin typeface="Trebuchet MS"/>
                <a:ea typeface="Trebuchet MS"/>
                <a:cs typeface="Trebuchet MS"/>
                <a:sym typeface="Trebuchet MS"/>
              </a:rPr>
            </a:br>
            <a:r>
              <a:rPr lang="en" sz="1100">
                <a:solidFill>
                  <a:srgbClr val="188038"/>
                </a:solidFill>
                <a:latin typeface="Trebuchet MS"/>
                <a:ea typeface="Trebuchet MS"/>
                <a:cs typeface="Trebuchet MS"/>
                <a:sym typeface="Trebuchet MS"/>
              </a:rPr>
              <a:t>console.log(Object.values(person)); // ["John", 35, "123 Main St"]</a:t>
            </a:r>
            <a:endParaRPr sz="1100">
              <a:solidFill>
                <a:srgbClr val="188038"/>
              </a:solidFill>
              <a:latin typeface="Trebuchet MS"/>
              <a:ea typeface="Trebuchet MS"/>
              <a:cs typeface="Trebuchet MS"/>
              <a:sym typeface="Trebuchet MS"/>
            </a:endParaRPr>
          </a:p>
          <a:p>
            <a:pPr indent="0" lvl="0" marL="0" rtl="0" algn="l">
              <a:spcBef>
                <a:spcPts val="480"/>
              </a:spcBef>
              <a:spcAft>
                <a:spcPts val="0"/>
              </a:spcAft>
              <a:buNone/>
            </a:pPr>
            <a:r>
              <a:t/>
            </a:r>
            <a:endParaRPr sz="1200">
              <a:latin typeface="Trebuchet MS"/>
              <a:ea typeface="Trebuchet MS"/>
              <a:cs typeface="Trebuchet MS"/>
              <a:sym typeface="Trebuchet MS"/>
            </a:endParaRPr>
          </a:p>
          <a:p>
            <a:pPr indent="0" lvl="0" marL="0" rtl="0" algn="l">
              <a:spcBef>
                <a:spcPts val="480"/>
              </a:spcBef>
              <a:spcAft>
                <a:spcPts val="0"/>
              </a:spcAft>
              <a:buNone/>
            </a:pPr>
            <a:r>
              <a:rPr b="1" lang="en" sz="1200">
                <a:latin typeface="Trebuchet MS"/>
                <a:ea typeface="Trebuchet MS"/>
                <a:cs typeface="Trebuchet MS"/>
                <a:sym typeface="Trebuchet MS"/>
              </a:rPr>
              <a:t>hasOwnProperty()</a:t>
            </a:r>
            <a:r>
              <a:rPr lang="en" sz="1200">
                <a:latin typeface="Trebuchet MS"/>
                <a:ea typeface="Trebuchet MS"/>
                <a:cs typeface="Trebuchet MS"/>
                <a:sym typeface="Trebuchet MS"/>
              </a:rPr>
              <a:t>:</a:t>
            </a:r>
            <a:r>
              <a:rPr lang="en" sz="1100">
                <a:latin typeface="Trebuchet MS"/>
                <a:ea typeface="Trebuchet MS"/>
                <a:cs typeface="Trebuchet MS"/>
                <a:sym typeface="Trebuchet MS"/>
              </a:rPr>
              <a:t> Checks if a property exists.</a:t>
            </a:r>
            <a:endParaRPr sz="1100">
              <a:latin typeface="Trebuchet MS"/>
              <a:ea typeface="Trebuchet MS"/>
              <a:cs typeface="Trebuchet MS"/>
              <a:sym typeface="Trebuchet MS"/>
            </a:endParaRPr>
          </a:p>
          <a:p>
            <a:pPr indent="0" lvl="0" marL="0" rtl="0" algn="l">
              <a:spcBef>
                <a:spcPts val="480"/>
              </a:spcBef>
              <a:spcAft>
                <a:spcPts val="0"/>
              </a:spcAft>
              <a:buNone/>
            </a:pPr>
            <a:br>
              <a:rPr lang="en" sz="1100">
                <a:latin typeface="Trebuchet MS"/>
                <a:ea typeface="Trebuchet MS"/>
                <a:cs typeface="Trebuchet MS"/>
                <a:sym typeface="Trebuchet MS"/>
              </a:rPr>
            </a:br>
            <a:r>
              <a:rPr lang="en" sz="1100">
                <a:solidFill>
                  <a:srgbClr val="188038"/>
                </a:solidFill>
                <a:latin typeface="Trebuchet MS"/>
                <a:ea typeface="Trebuchet MS"/>
                <a:cs typeface="Trebuchet MS"/>
                <a:sym typeface="Trebuchet MS"/>
              </a:rPr>
              <a:t>console.log(person.hasOwnProperty("name")); // true</a:t>
            </a:r>
            <a:endParaRPr>
              <a:latin typeface="Trebuchet MS"/>
              <a:ea typeface="Trebuchet MS"/>
              <a:cs typeface="Trebuchet MS"/>
              <a:sym typeface="Trebuchet MS"/>
            </a:endParaRPr>
          </a:p>
        </p:txBody>
      </p:sp>
      <p:pic>
        <p:nvPicPr>
          <p:cNvPr id="197" name="Google Shape;197;p33"/>
          <p:cNvPicPr preferRelativeResize="0"/>
          <p:nvPr/>
        </p:nvPicPr>
        <p:blipFill>
          <a:blip r:embed="rId3">
            <a:alphaModFix/>
          </a:blip>
          <a:stretch>
            <a:fillRect/>
          </a:stretch>
        </p:blipFill>
        <p:spPr>
          <a:xfrm>
            <a:off x="6959275" y="116633"/>
            <a:ext cx="2009775" cy="438150"/>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1" name="Shape 201"/>
        <p:cNvGrpSpPr/>
        <p:nvPr/>
      </p:nvGrpSpPr>
      <p:grpSpPr>
        <a:xfrm>
          <a:off x="0" y="0"/>
          <a:ext cx="0" cy="0"/>
          <a:chOff x="0" y="0"/>
          <a:chExt cx="0" cy="0"/>
        </a:xfrm>
      </p:grpSpPr>
      <p:sp>
        <p:nvSpPr>
          <p:cNvPr id="202" name="Google Shape;202;p34"/>
          <p:cNvSpPr txBox="1"/>
          <p:nvPr>
            <p:ph idx="1" type="body"/>
          </p:nvPr>
        </p:nvSpPr>
        <p:spPr>
          <a:xfrm>
            <a:off x="280550" y="103675"/>
            <a:ext cx="8564400" cy="4960200"/>
          </a:xfrm>
          <a:prstGeom prst="rect">
            <a:avLst/>
          </a:prstGeom>
        </p:spPr>
        <p:txBody>
          <a:bodyPr anchorCtr="0" anchor="t" bIns="91425" lIns="91425" spcFirstLastPara="1" rIns="91425" wrap="square" tIns="91425">
            <a:noAutofit/>
          </a:bodyPr>
          <a:lstStyle/>
          <a:p>
            <a:pPr indent="0" lvl="0" marL="0" rtl="0" algn="l">
              <a:lnSpc>
                <a:spcPct val="115000"/>
              </a:lnSpc>
              <a:spcBef>
                <a:spcPts val="1400"/>
              </a:spcBef>
              <a:spcAft>
                <a:spcPts val="0"/>
              </a:spcAft>
              <a:buClr>
                <a:schemeClr val="dk1"/>
              </a:buClr>
              <a:buSzPts val="1100"/>
              <a:buFont typeface="Arial"/>
              <a:buNone/>
            </a:pPr>
            <a:r>
              <a:rPr b="1" lang="en" sz="1400">
                <a:latin typeface="Trebuchet MS"/>
                <a:ea typeface="Trebuchet MS"/>
                <a:cs typeface="Trebuchet MS"/>
                <a:sym typeface="Trebuchet MS"/>
              </a:rPr>
              <a:t>Nested Objects</a:t>
            </a:r>
            <a:endParaRPr b="1" sz="1400">
              <a:latin typeface="Trebuchet MS"/>
              <a:ea typeface="Trebuchet MS"/>
              <a:cs typeface="Trebuchet MS"/>
              <a:sym typeface="Trebuchet MS"/>
            </a:endParaRPr>
          </a:p>
          <a:p>
            <a:pPr indent="0" lvl="0" marL="0" rtl="0" algn="l">
              <a:lnSpc>
                <a:spcPct val="115000"/>
              </a:lnSpc>
              <a:spcBef>
                <a:spcPts val="1200"/>
              </a:spcBef>
              <a:spcAft>
                <a:spcPts val="0"/>
              </a:spcAft>
              <a:buNone/>
            </a:pPr>
            <a:r>
              <a:rPr lang="en" sz="1100">
                <a:latin typeface="Trebuchet MS"/>
                <a:ea typeface="Trebuchet MS"/>
                <a:cs typeface="Trebuchet MS"/>
                <a:sym typeface="Trebuchet MS"/>
              </a:rPr>
              <a:t>Objects can contain other objects, arrays, or a mix of both.</a:t>
            </a:r>
            <a:endParaRPr sz="1100">
              <a:latin typeface="Trebuchet MS"/>
              <a:ea typeface="Trebuchet MS"/>
              <a:cs typeface="Trebuchet MS"/>
              <a:sym typeface="Trebuchet MS"/>
            </a:endParaRPr>
          </a:p>
          <a:p>
            <a:pPr indent="0" lvl="0" marL="0" rtl="0" algn="l">
              <a:lnSpc>
                <a:spcPct val="115000"/>
              </a:lnSpc>
              <a:spcBef>
                <a:spcPts val="1200"/>
              </a:spcBef>
              <a:spcAft>
                <a:spcPts val="0"/>
              </a:spcAft>
              <a:buClr>
                <a:schemeClr val="dk1"/>
              </a:buClr>
              <a:buSzPts val="1100"/>
              <a:buFont typeface="Arial"/>
              <a:buNone/>
            </a:pPr>
            <a:r>
              <a:rPr lang="en" sz="1000">
                <a:solidFill>
                  <a:srgbClr val="188038"/>
                </a:solidFill>
                <a:latin typeface="Trebuchet MS"/>
                <a:ea typeface="Trebuchet MS"/>
                <a:cs typeface="Trebuchet MS"/>
                <a:sym typeface="Trebuchet MS"/>
              </a:rPr>
              <a:t>const student = {</a:t>
            </a:r>
            <a:endParaRPr sz="1000">
              <a:solidFill>
                <a:srgbClr val="188038"/>
              </a:solidFill>
              <a:latin typeface="Trebuchet MS"/>
              <a:ea typeface="Trebuchet MS"/>
              <a:cs typeface="Trebuchet MS"/>
              <a:sym typeface="Trebuchet MS"/>
            </a:endParaRPr>
          </a:p>
          <a:p>
            <a:pPr indent="0" lvl="0" marL="0" rtl="0" algn="l">
              <a:spcBef>
                <a:spcPts val="1200"/>
              </a:spcBef>
              <a:spcAft>
                <a:spcPts val="0"/>
              </a:spcAft>
              <a:buClr>
                <a:schemeClr val="dk1"/>
              </a:buClr>
              <a:buSzPts val="1100"/>
              <a:buFont typeface="Arial"/>
              <a:buNone/>
            </a:pPr>
            <a:r>
              <a:rPr lang="en" sz="1000">
                <a:solidFill>
                  <a:srgbClr val="188038"/>
                </a:solidFill>
                <a:latin typeface="Trebuchet MS"/>
                <a:ea typeface="Trebuchet MS"/>
                <a:cs typeface="Trebuchet MS"/>
                <a:sym typeface="Trebuchet MS"/>
              </a:rPr>
              <a:t>  name: "Alice",</a:t>
            </a:r>
            <a:endParaRPr sz="1000">
              <a:solidFill>
                <a:srgbClr val="188038"/>
              </a:solidFill>
              <a:latin typeface="Trebuchet MS"/>
              <a:ea typeface="Trebuchet MS"/>
              <a:cs typeface="Trebuchet MS"/>
              <a:sym typeface="Trebuchet MS"/>
            </a:endParaRPr>
          </a:p>
          <a:p>
            <a:pPr indent="0" lvl="0" marL="0" rtl="0" algn="l">
              <a:spcBef>
                <a:spcPts val="480"/>
              </a:spcBef>
              <a:spcAft>
                <a:spcPts val="0"/>
              </a:spcAft>
              <a:buClr>
                <a:schemeClr val="dk1"/>
              </a:buClr>
              <a:buSzPts val="1100"/>
              <a:buFont typeface="Arial"/>
              <a:buNone/>
            </a:pPr>
            <a:r>
              <a:rPr lang="en" sz="1000">
                <a:solidFill>
                  <a:srgbClr val="188038"/>
                </a:solidFill>
                <a:latin typeface="Trebuchet MS"/>
                <a:ea typeface="Trebuchet MS"/>
                <a:cs typeface="Trebuchet MS"/>
                <a:sym typeface="Trebuchet MS"/>
              </a:rPr>
              <a:t>  marks: {</a:t>
            </a:r>
            <a:endParaRPr sz="1000">
              <a:solidFill>
                <a:srgbClr val="188038"/>
              </a:solidFill>
              <a:latin typeface="Trebuchet MS"/>
              <a:ea typeface="Trebuchet MS"/>
              <a:cs typeface="Trebuchet MS"/>
              <a:sym typeface="Trebuchet MS"/>
            </a:endParaRPr>
          </a:p>
          <a:p>
            <a:pPr indent="0" lvl="0" marL="0" rtl="0" algn="l">
              <a:spcBef>
                <a:spcPts val="480"/>
              </a:spcBef>
              <a:spcAft>
                <a:spcPts val="0"/>
              </a:spcAft>
              <a:buClr>
                <a:schemeClr val="dk1"/>
              </a:buClr>
              <a:buSzPts val="1100"/>
              <a:buFont typeface="Arial"/>
              <a:buNone/>
            </a:pPr>
            <a:r>
              <a:rPr lang="en" sz="1000">
                <a:solidFill>
                  <a:srgbClr val="188038"/>
                </a:solidFill>
                <a:latin typeface="Trebuchet MS"/>
                <a:ea typeface="Trebuchet MS"/>
                <a:cs typeface="Trebuchet MS"/>
                <a:sym typeface="Trebuchet MS"/>
              </a:rPr>
              <a:t>    math: 85,</a:t>
            </a:r>
            <a:endParaRPr sz="1000">
              <a:solidFill>
                <a:srgbClr val="188038"/>
              </a:solidFill>
              <a:latin typeface="Trebuchet MS"/>
              <a:ea typeface="Trebuchet MS"/>
              <a:cs typeface="Trebuchet MS"/>
              <a:sym typeface="Trebuchet MS"/>
            </a:endParaRPr>
          </a:p>
          <a:p>
            <a:pPr indent="0" lvl="0" marL="0" rtl="0" algn="l">
              <a:spcBef>
                <a:spcPts val="480"/>
              </a:spcBef>
              <a:spcAft>
                <a:spcPts val="0"/>
              </a:spcAft>
              <a:buClr>
                <a:schemeClr val="dk1"/>
              </a:buClr>
              <a:buSzPts val="1100"/>
              <a:buFont typeface="Arial"/>
              <a:buNone/>
            </a:pPr>
            <a:r>
              <a:rPr lang="en" sz="1000">
                <a:solidFill>
                  <a:srgbClr val="188038"/>
                </a:solidFill>
                <a:latin typeface="Trebuchet MS"/>
                <a:ea typeface="Trebuchet MS"/>
                <a:cs typeface="Trebuchet MS"/>
                <a:sym typeface="Trebuchet MS"/>
              </a:rPr>
              <a:t>    science: 90,</a:t>
            </a:r>
            <a:endParaRPr sz="1000">
              <a:solidFill>
                <a:srgbClr val="188038"/>
              </a:solidFill>
              <a:latin typeface="Trebuchet MS"/>
              <a:ea typeface="Trebuchet MS"/>
              <a:cs typeface="Trebuchet MS"/>
              <a:sym typeface="Trebuchet MS"/>
            </a:endParaRPr>
          </a:p>
          <a:p>
            <a:pPr indent="0" lvl="0" marL="0" rtl="0" algn="l">
              <a:spcBef>
                <a:spcPts val="480"/>
              </a:spcBef>
              <a:spcAft>
                <a:spcPts val="0"/>
              </a:spcAft>
              <a:buClr>
                <a:schemeClr val="dk1"/>
              </a:buClr>
              <a:buSzPts val="1100"/>
              <a:buFont typeface="Arial"/>
              <a:buNone/>
            </a:pPr>
            <a:r>
              <a:rPr lang="en" sz="1000">
                <a:solidFill>
                  <a:srgbClr val="188038"/>
                </a:solidFill>
                <a:latin typeface="Trebuchet MS"/>
                <a:ea typeface="Trebuchet MS"/>
                <a:cs typeface="Trebuchet MS"/>
                <a:sym typeface="Trebuchet MS"/>
              </a:rPr>
              <a:t>  },</a:t>
            </a:r>
            <a:endParaRPr sz="1000">
              <a:solidFill>
                <a:srgbClr val="188038"/>
              </a:solidFill>
              <a:latin typeface="Trebuchet MS"/>
              <a:ea typeface="Trebuchet MS"/>
              <a:cs typeface="Trebuchet MS"/>
              <a:sym typeface="Trebuchet MS"/>
            </a:endParaRPr>
          </a:p>
          <a:p>
            <a:pPr indent="0" lvl="0" marL="0" rtl="0" algn="l">
              <a:spcBef>
                <a:spcPts val="480"/>
              </a:spcBef>
              <a:spcAft>
                <a:spcPts val="0"/>
              </a:spcAft>
              <a:buClr>
                <a:schemeClr val="dk1"/>
              </a:buClr>
              <a:buSzPts val="1100"/>
              <a:buFont typeface="Arial"/>
              <a:buNone/>
            </a:pPr>
            <a:r>
              <a:rPr lang="en" sz="1000">
                <a:solidFill>
                  <a:srgbClr val="188038"/>
                </a:solidFill>
                <a:latin typeface="Trebuchet MS"/>
                <a:ea typeface="Trebuchet MS"/>
                <a:cs typeface="Trebuchet MS"/>
                <a:sym typeface="Trebuchet MS"/>
              </a:rPr>
              <a:t>};</a:t>
            </a:r>
            <a:endParaRPr sz="1000">
              <a:solidFill>
                <a:srgbClr val="188038"/>
              </a:solidFill>
              <a:latin typeface="Trebuchet MS"/>
              <a:ea typeface="Trebuchet MS"/>
              <a:cs typeface="Trebuchet MS"/>
              <a:sym typeface="Trebuchet MS"/>
            </a:endParaRPr>
          </a:p>
          <a:p>
            <a:pPr indent="0" lvl="0" marL="0" rtl="0" algn="l">
              <a:spcBef>
                <a:spcPts val="480"/>
              </a:spcBef>
              <a:spcAft>
                <a:spcPts val="0"/>
              </a:spcAft>
              <a:buClr>
                <a:schemeClr val="dk1"/>
              </a:buClr>
              <a:buSzPts val="1100"/>
              <a:buFont typeface="Arial"/>
              <a:buNone/>
            </a:pPr>
            <a:r>
              <a:rPr lang="en" sz="1000">
                <a:solidFill>
                  <a:srgbClr val="188038"/>
                </a:solidFill>
                <a:latin typeface="Trebuchet MS"/>
                <a:ea typeface="Trebuchet MS"/>
                <a:cs typeface="Trebuchet MS"/>
                <a:sym typeface="Trebuchet MS"/>
              </a:rPr>
              <a:t>console.log(student.marks.math); // 85</a:t>
            </a:r>
            <a:endParaRPr sz="1000">
              <a:solidFill>
                <a:srgbClr val="188038"/>
              </a:solidFill>
              <a:latin typeface="Trebuchet MS"/>
              <a:ea typeface="Trebuchet MS"/>
              <a:cs typeface="Trebuchet MS"/>
              <a:sym typeface="Trebuchet MS"/>
            </a:endParaRPr>
          </a:p>
          <a:p>
            <a:pPr indent="0" lvl="0" marL="0" rtl="0" algn="l">
              <a:lnSpc>
                <a:spcPct val="115000"/>
              </a:lnSpc>
              <a:spcBef>
                <a:spcPts val="1400"/>
              </a:spcBef>
              <a:spcAft>
                <a:spcPts val="0"/>
              </a:spcAft>
              <a:buClr>
                <a:schemeClr val="dk1"/>
              </a:buClr>
              <a:buSzPts val="1100"/>
              <a:buFont typeface="Arial"/>
              <a:buNone/>
            </a:pPr>
            <a:r>
              <a:rPr b="1" lang="en" sz="1400">
                <a:latin typeface="Trebuchet MS"/>
                <a:ea typeface="Trebuchet MS"/>
                <a:cs typeface="Trebuchet MS"/>
                <a:sym typeface="Trebuchet MS"/>
              </a:rPr>
              <a:t>Example: Practical Use</a:t>
            </a:r>
            <a:endParaRPr sz="1200">
              <a:latin typeface="Trebuchet MS"/>
              <a:ea typeface="Trebuchet MS"/>
              <a:cs typeface="Trebuchet MS"/>
              <a:sym typeface="Trebuchet MS"/>
            </a:endParaRPr>
          </a:p>
          <a:p>
            <a:pPr indent="0" lvl="0" marL="0" rtl="0" algn="l">
              <a:spcBef>
                <a:spcPts val="480"/>
              </a:spcBef>
              <a:spcAft>
                <a:spcPts val="0"/>
              </a:spcAft>
              <a:buClr>
                <a:schemeClr val="dk1"/>
              </a:buClr>
              <a:buSzPts val="1100"/>
              <a:buFont typeface="Arial"/>
              <a:buNone/>
            </a:pPr>
            <a:r>
              <a:rPr lang="en" sz="1000">
                <a:solidFill>
                  <a:srgbClr val="188038"/>
                </a:solidFill>
                <a:latin typeface="Trebuchet MS"/>
                <a:ea typeface="Trebuchet MS"/>
                <a:cs typeface="Trebuchet MS"/>
                <a:sym typeface="Trebuchet MS"/>
              </a:rPr>
              <a:t>const car = {</a:t>
            </a:r>
            <a:endParaRPr sz="1000">
              <a:solidFill>
                <a:srgbClr val="188038"/>
              </a:solidFill>
              <a:latin typeface="Trebuchet MS"/>
              <a:ea typeface="Trebuchet MS"/>
              <a:cs typeface="Trebuchet MS"/>
              <a:sym typeface="Trebuchet MS"/>
            </a:endParaRPr>
          </a:p>
          <a:p>
            <a:pPr indent="0" lvl="0" marL="0" rtl="0" algn="l">
              <a:spcBef>
                <a:spcPts val="480"/>
              </a:spcBef>
              <a:spcAft>
                <a:spcPts val="0"/>
              </a:spcAft>
              <a:buClr>
                <a:schemeClr val="dk1"/>
              </a:buClr>
              <a:buSzPts val="1100"/>
              <a:buFont typeface="Arial"/>
              <a:buNone/>
            </a:pPr>
            <a:r>
              <a:rPr lang="en" sz="1000">
                <a:solidFill>
                  <a:srgbClr val="188038"/>
                </a:solidFill>
                <a:latin typeface="Trebuchet MS"/>
                <a:ea typeface="Trebuchet MS"/>
                <a:cs typeface="Trebuchet MS"/>
                <a:sym typeface="Trebuchet MS"/>
              </a:rPr>
              <a:t>  brand: "Toyota",</a:t>
            </a:r>
            <a:endParaRPr sz="1000">
              <a:solidFill>
                <a:srgbClr val="188038"/>
              </a:solidFill>
              <a:latin typeface="Trebuchet MS"/>
              <a:ea typeface="Trebuchet MS"/>
              <a:cs typeface="Trebuchet MS"/>
              <a:sym typeface="Trebuchet MS"/>
            </a:endParaRPr>
          </a:p>
          <a:p>
            <a:pPr indent="0" lvl="0" marL="0" rtl="0" algn="l">
              <a:spcBef>
                <a:spcPts val="480"/>
              </a:spcBef>
              <a:spcAft>
                <a:spcPts val="0"/>
              </a:spcAft>
              <a:buClr>
                <a:schemeClr val="dk1"/>
              </a:buClr>
              <a:buSzPts val="1100"/>
              <a:buFont typeface="Arial"/>
              <a:buNone/>
            </a:pPr>
            <a:r>
              <a:rPr lang="en" sz="1000">
                <a:solidFill>
                  <a:srgbClr val="188038"/>
                </a:solidFill>
                <a:latin typeface="Trebuchet MS"/>
                <a:ea typeface="Trebuchet MS"/>
                <a:cs typeface="Trebuchet MS"/>
                <a:sym typeface="Trebuchet MS"/>
              </a:rPr>
              <a:t>  model: "Corolla",</a:t>
            </a:r>
            <a:endParaRPr sz="1000">
              <a:solidFill>
                <a:srgbClr val="188038"/>
              </a:solidFill>
              <a:latin typeface="Trebuchet MS"/>
              <a:ea typeface="Trebuchet MS"/>
              <a:cs typeface="Trebuchet MS"/>
              <a:sym typeface="Trebuchet MS"/>
            </a:endParaRPr>
          </a:p>
          <a:p>
            <a:pPr indent="0" lvl="0" marL="0" rtl="0" algn="l">
              <a:spcBef>
                <a:spcPts val="480"/>
              </a:spcBef>
              <a:spcAft>
                <a:spcPts val="0"/>
              </a:spcAft>
              <a:buClr>
                <a:schemeClr val="dk1"/>
              </a:buClr>
              <a:buSzPts val="1100"/>
              <a:buFont typeface="Arial"/>
              <a:buNone/>
            </a:pPr>
            <a:r>
              <a:rPr lang="en" sz="1000">
                <a:solidFill>
                  <a:srgbClr val="188038"/>
                </a:solidFill>
                <a:latin typeface="Trebuchet MS"/>
                <a:ea typeface="Trebuchet MS"/>
                <a:cs typeface="Trebuchet MS"/>
                <a:sym typeface="Trebuchet MS"/>
              </a:rPr>
              <a:t>  year: 2020,</a:t>
            </a:r>
            <a:endParaRPr sz="1000">
              <a:solidFill>
                <a:srgbClr val="188038"/>
              </a:solidFill>
              <a:latin typeface="Trebuchet MS"/>
              <a:ea typeface="Trebuchet MS"/>
              <a:cs typeface="Trebuchet MS"/>
              <a:sym typeface="Trebuchet MS"/>
            </a:endParaRPr>
          </a:p>
          <a:p>
            <a:pPr indent="0" lvl="0" marL="0" rtl="0" algn="l">
              <a:spcBef>
                <a:spcPts val="480"/>
              </a:spcBef>
              <a:spcAft>
                <a:spcPts val="0"/>
              </a:spcAft>
              <a:buClr>
                <a:schemeClr val="dk1"/>
              </a:buClr>
              <a:buSzPts val="1100"/>
              <a:buFont typeface="Arial"/>
              <a:buNone/>
            </a:pPr>
            <a:r>
              <a:rPr lang="en" sz="1000">
                <a:solidFill>
                  <a:srgbClr val="188038"/>
                </a:solidFill>
                <a:latin typeface="Trebuchet MS"/>
                <a:ea typeface="Trebuchet MS"/>
                <a:cs typeface="Trebuchet MS"/>
                <a:sym typeface="Trebuchet MS"/>
              </a:rPr>
              <a:t>  start: function () {</a:t>
            </a:r>
            <a:endParaRPr sz="1000">
              <a:solidFill>
                <a:srgbClr val="188038"/>
              </a:solidFill>
              <a:latin typeface="Trebuchet MS"/>
              <a:ea typeface="Trebuchet MS"/>
              <a:cs typeface="Trebuchet MS"/>
              <a:sym typeface="Trebuchet MS"/>
            </a:endParaRPr>
          </a:p>
          <a:p>
            <a:pPr indent="0" lvl="0" marL="0" rtl="0" algn="l">
              <a:spcBef>
                <a:spcPts val="480"/>
              </a:spcBef>
              <a:spcAft>
                <a:spcPts val="0"/>
              </a:spcAft>
              <a:buClr>
                <a:schemeClr val="dk1"/>
              </a:buClr>
              <a:buSzPts val="1100"/>
              <a:buFont typeface="Arial"/>
              <a:buNone/>
            </a:pPr>
            <a:r>
              <a:rPr lang="en" sz="1000">
                <a:solidFill>
                  <a:srgbClr val="188038"/>
                </a:solidFill>
                <a:latin typeface="Trebuchet MS"/>
                <a:ea typeface="Trebuchet MS"/>
                <a:cs typeface="Trebuchet MS"/>
                <a:sym typeface="Trebuchet MS"/>
              </a:rPr>
              <a:t>    console.log(`${this.brand} ${this.model} is starting...`);</a:t>
            </a:r>
            <a:endParaRPr sz="1000">
              <a:solidFill>
                <a:srgbClr val="188038"/>
              </a:solidFill>
              <a:latin typeface="Trebuchet MS"/>
              <a:ea typeface="Trebuchet MS"/>
              <a:cs typeface="Trebuchet MS"/>
              <a:sym typeface="Trebuchet MS"/>
            </a:endParaRPr>
          </a:p>
          <a:p>
            <a:pPr indent="0" lvl="0" marL="0" rtl="0" algn="l">
              <a:spcBef>
                <a:spcPts val="480"/>
              </a:spcBef>
              <a:spcAft>
                <a:spcPts val="0"/>
              </a:spcAft>
              <a:buClr>
                <a:schemeClr val="dk1"/>
              </a:buClr>
              <a:buSzPts val="1100"/>
              <a:buFont typeface="Arial"/>
              <a:buNone/>
            </a:pPr>
            <a:r>
              <a:rPr lang="en" sz="1000">
                <a:solidFill>
                  <a:srgbClr val="188038"/>
                </a:solidFill>
                <a:latin typeface="Trebuchet MS"/>
                <a:ea typeface="Trebuchet MS"/>
                <a:cs typeface="Trebuchet MS"/>
                <a:sym typeface="Trebuchet MS"/>
              </a:rPr>
              <a:t>  },</a:t>
            </a:r>
            <a:endParaRPr sz="1000">
              <a:solidFill>
                <a:srgbClr val="188038"/>
              </a:solidFill>
              <a:latin typeface="Trebuchet MS"/>
              <a:ea typeface="Trebuchet MS"/>
              <a:cs typeface="Trebuchet MS"/>
              <a:sym typeface="Trebuchet MS"/>
            </a:endParaRPr>
          </a:p>
          <a:p>
            <a:pPr indent="0" lvl="0" marL="0" rtl="0" algn="l">
              <a:spcBef>
                <a:spcPts val="480"/>
              </a:spcBef>
              <a:spcAft>
                <a:spcPts val="0"/>
              </a:spcAft>
              <a:buClr>
                <a:schemeClr val="dk1"/>
              </a:buClr>
              <a:buSzPts val="1100"/>
              <a:buFont typeface="Arial"/>
              <a:buNone/>
            </a:pPr>
            <a:r>
              <a:rPr lang="en" sz="1000">
                <a:solidFill>
                  <a:srgbClr val="188038"/>
                </a:solidFill>
                <a:latin typeface="Trebuchet MS"/>
                <a:ea typeface="Trebuchet MS"/>
                <a:cs typeface="Trebuchet MS"/>
                <a:sym typeface="Trebuchet MS"/>
              </a:rPr>
              <a:t>};</a:t>
            </a:r>
            <a:endParaRPr sz="1000">
              <a:solidFill>
                <a:srgbClr val="188038"/>
              </a:solidFill>
              <a:latin typeface="Trebuchet MS"/>
              <a:ea typeface="Trebuchet MS"/>
              <a:cs typeface="Trebuchet MS"/>
              <a:sym typeface="Trebuchet MS"/>
            </a:endParaRPr>
          </a:p>
          <a:p>
            <a:pPr indent="0" lvl="0" marL="0" rtl="0" algn="l">
              <a:lnSpc>
                <a:spcPct val="115000"/>
              </a:lnSpc>
              <a:spcBef>
                <a:spcPts val="0"/>
              </a:spcBef>
              <a:spcAft>
                <a:spcPts val="0"/>
              </a:spcAft>
              <a:buClr>
                <a:schemeClr val="dk1"/>
              </a:buClr>
              <a:buSzPts val="1100"/>
              <a:buFont typeface="Arial"/>
              <a:buNone/>
            </a:pPr>
            <a:r>
              <a:rPr lang="en" sz="1000">
                <a:solidFill>
                  <a:srgbClr val="188038"/>
                </a:solidFill>
                <a:latin typeface="Trebuchet MS"/>
                <a:ea typeface="Trebuchet MS"/>
                <a:cs typeface="Trebuchet MS"/>
                <a:sym typeface="Trebuchet MS"/>
              </a:rPr>
              <a:t>car.start(); // "Toyota Corolla is starting..."</a:t>
            </a:r>
            <a:endParaRPr sz="1000">
              <a:solidFill>
                <a:srgbClr val="188038"/>
              </a:solidFill>
              <a:latin typeface="Trebuchet MS"/>
              <a:ea typeface="Trebuchet MS"/>
              <a:cs typeface="Trebuchet MS"/>
              <a:sym typeface="Trebuchet MS"/>
            </a:endParaRPr>
          </a:p>
          <a:p>
            <a:pPr indent="0" lvl="0" marL="0" rtl="0" algn="l">
              <a:spcBef>
                <a:spcPts val="480"/>
              </a:spcBef>
              <a:spcAft>
                <a:spcPts val="0"/>
              </a:spcAft>
              <a:buNone/>
            </a:pPr>
            <a:r>
              <a:t/>
            </a:r>
            <a:endParaRPr>
              <a:latin typeface="Trebuchet MS"/>
              <a:ea typeface="Trebuchet MS"/>
              <a:cs typeface="Trebuchet MS"/>
              <a:sym typeface="Trebuchet MS"/>
            </a:endParaRPr>
          </a:p>
        </p:txBody>
      </p:sp>
      <p:pic>
        <p:nvPicPr>
          <p:cNvPr id="203" name="Google Shape;203;p34"/>
          <p:cNvPicPr preferRelativeResize="0"/>
          <p:nvPr/>
        </p:nvPicPr>
        <p:blipFill>
          <a:blip r:embed="rId3">
            <a:alphaModFix/>
          </a:blip>
          <a:stretch>
            <a:fillRect/>
          </a:stretch>
        </p:blipFill>
        <p:spPr>
          <a:xfrm>
            <a:off x="6959275" y="116633"/>
            <a:ext cx="2009775" cy="438150"/>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7" name="Shape 207"/>
        <p:cNvGrpSpPr/>
        <p:nvPr/>
      </p:nvGrpSpPr>
      <p:grpSpPr>
        <a:xfrm>
          <a:off x="0" y="0"/>
          <a:ext cx="0" cy="0"/>
          <a:chOff x="0" y="0"/>
          <a:chExt cx="0" cy="0"/>
        </a:xfrm>
      </p:grpSpPr>
      <p:sp>
        <p:nvSpPr>
          <p:cNvPr id="208" name="Google Shape;208;p35"/>
          <p:cNvSpPr txBox="1"/>
          <p:nvPr>
            <p:ph type="title"/>
          </p:nvPr>
        </p:nvSpPr>
        <p:spPr>
          <a:xfrm>
            <a:off x="280559" y="438574"/>
            <a:ext cx="8564400" cy="447600"/>
          </a:xfrm>
          <a:prstGeom prst="rect">
            <a:avLst/>
          </a:prstGeom>
        </p:spPr>
        <p:txBody>
          <a:bodyPr anchorCtr="0" anchor="ctr" bIns="91425" lIns="91425" spcFirstLastPara="1" rIns="91425" wrap="square" tIns="91425">
            <a:noAutofit/>
          </a:bodyPr>
          <a:lstStyle/>
          <a:p>
            <a:pPr indent="0" lvl="0" marL="0" rtl="0" algn="l">
              <a:lnSpc>
                <a:spcPct val="115000"/>
              </a:lnSpc>
              <a:spcBef>
                <a:spcPts val="1200"/>
              </a:spcBef>
              <a:spcAft>
                <a:spcPts val="200"/>
              </a:spcAft>
              <a:buNone/>
            </a:pPr>
            <a:r>
              <a:rPr b="1" lang="en" sz="2000">
                <a:latin typeface="Trebuchet MS"/>
                <a:ea typeface="Trebuchet MS"/>
                <a:cs typeface="Trebuchet MS"/>
                <a:sym typeface="Trebuchet MS"/>
              </a:rPr>
              <a:t>Global Execution Context (GE</a:t>
            </a:r>
            <a:r>
              <a:rPr b="1" lang="en" sz="2000">
                <a:latin typeface="Trebuchet MS"/>
                <a:ea typeface="Trebuchet MS"/>
                <a:cs typeface="Trebuchet MS"/>
                <a:sym typeface="Trebuchet MS"/>
              </a:rPr>
              <a:t>C)</a:t>
            </a:r>
            <a:endParaRPr sz="3700">
              <a:latin typeface="Trebuchet MS"/>
              <a:ea typeface="Trebuchet MS"/>
              <a:cs typeface="Trebuchet MS"/>
              <a:sym typeface="Trebuchet MS"/>
            </a:endParaRPr>
          </a:p>
        </p:txBody>
      </p:sp>
      <p:sp>
        <p:nvSpPr>
          <p:cNvPr id="209" name="Google Shape;209;p35"/>
          <p:cNvSpPr txBox="1"/>
          <p:nvPr>
            <p:ph idx="1" type="body"/>
          </p:nvPr>
        </p:nvSpPr>
        <p:spPr>
          <a:xfrm>
            <a:off x="280559" y="963628"/>
            <a:ext cx="8564400" cy="36309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 sz="1300">
                <a:latin typeface="Trebuchet MS"/>
                <a:ea typeface="Trebuchet MS"/>
                <a:cs typeface="Trebuchet MS"/>
                <a:sym typeface="Trebuchet MS"/>
              </a:rPr>
              <a:t>The </a:t>
            </a:r>
            <a:r>
              <a:rPr b="1" lang="en" sz="1300">
                <a:latin typeface="Trebuchet MS"/>
                <a:ea typeface="Trebuchet MS"/>
                <a:cs typeface="Trebuchet MS"/>
                <a:sym typeface="Trebuchet MS"/>
              </a:rPr>
              <a:t>Global Execution Context (GEC)</a:t>
            </a:r>
            <a:r>
              <a:rPr lang="en" sz="1300">
                <a:latin typeface="Trebuchet MS"/>
                <a:ea typeface="Trebuchet MS"/>
                <a:cs typeface="Trebuchet MS"/>
                <a:sym typeface="Trebuchet MS"/>
              </a:rPr>
              <a:t> is created as soon as a script starts executing. It manages the global scope and the global object.</a:t>
            </a:r>
            <a:endParaRPr sz="1300">
              <a:latin typeface="Trebuchet MS"/>
              <a:ea typeface="Trebuchet MS"/>
              <a:cs typeface="Trebuchet MS"/>
              <a:sym typeface="Trebuchet MS"/>
            </a:endParaRPr>
          </a:p>
          <a:p>
            <a:pPr indent="-311150" lvl="0" marL="457200" rtl="0" algn="l">
              <a:lnSpc>
                <a:spcPct val="115000"/>
              </a:lnSpc>
              <a:spcBef>
                <a:spcPts val="1200"/>
              </a:spcBef>
              <a:spcAft>
                <a:spcPts val="0"/>
              </a:spcAft>
              <a:buSzPts val="1300"/>
              <a:buChar char="●"/>
            </a:pPr>
            <a:r>
              <a:rPr b="1" lang="en" sz="1300">
                <a:latin typeface="Trebuchet MS"/>
                <a:ea typeface="Trebuchet MS"/>
                <a:cs typeface="Trebuchet MS"/>
                <a:sym typeface="Trebuchet MS"/>
              </a:rPr>
              <a:t>Phases of GEC</a:t>
            </a:r>
            <a:r>
              <a:rPr lang="en" sz="1300">
                <a:latin typeface="Trebuchet MS"/>
                <a:ea typeface="Trebuchet MS"/>
                <a:cs typeface="Trebuchet MS"/>
                <a:sym typeface="Trebuchet MS"/>
              </a:rPr>
              <a:t>:</a:t>
            </a:r>
            <a:endParaRPr sz="1300">
              <a:latin typeface="Trebuchet MS"/>
              <a:ea typeface="Trebuchet MS"/>
              <a:cs typeface="Trebuchet MS"/>
              <a:sym typeface="Trebuchet MS"/>
            </a:endParaRPr>
          </a:p>
          <a:p>
            <a:pPr indent="-311150" lvl="1" marL="914400" rtl="0" algn="l">
              <a:lnSpc>
                <a:spcPct val="115000"/>
              </a:lnSpc>
              <a:spcBef>
                <a:spcPts val="0"/>
              </a:spcBef>
              <a:spcAft>
                <a:spcPts val="0"/>
              </a:spcAft>
              <a:buSzPts val="1300"/>
              <a:buAutoNum type="arabicPeriod"/>
            </a:pPr>
            <a:r>
              <a:rPr b="1" lang="en" sz="1300">
                <a:latin typeface="Trebuchet MS"/>
                <a:ea typeface="Trebuchet MS"/>
                <a:cs typeface="Trebuchet MS"/>
                <a:sym typeface="Trebuchet MS"/>
              </a:rPr>
              <a:t>Creation Phase</a:t>
            </a:r>
            <a:r>
              <a:rPr lang="en" sz="1300">
                <a:latin typeface="Trebuchet MS"/>
                <a:ea typeface="Trebuchet MS"/>
                <a:cs typeface="Trebuchet MS"/>
                <a:sym typeface="Trebuchet MS"/>
              </a:rPr>
              <a:t>:</a:t>
            </a:r>
            <a:endParaRPr sz="1300">
              <a:latin typeface="Trebuchet MS"/>
              <a:ea typeface="Trebuchet MS"/>
              <a:cs typeface="Trebuchet MS"/>
              <a:sym typeface="Trebuchet MS"/>
            </a:endParaRPr>
          </a:p>
          <a:p>
            <a:pPr indent="-311150" lvl="2" marL="1371600" rtl="0" algn="l">
              <a:lnSpc>
                <a:spcPct val="115000"/>
              </a:lnSpc>
              <a:spcBef>
                <a:spcPts val="0"/>
              </a:spcBef>
              <a:spcAft>
                <a:spcPts val="0"/>
              </a:spcAft>
              <a:buSzPts val="1300"/>
              <a:buFont typeface="Trebuchet MS"/>
              <a:buChar char="■"/>
            </a:pPr>
            <a:r>
              <a:rPr lang="en" sz="1300">
                <a:latin typeface="Trebuchet MS"/>
                <a:ea typeface="Trebuchet MS"/>
                <a:cs typeface="Trebuchet MS"/>
                <a:sym typeface="Trebuchet MS"/>
              </a:rPr>
              <a:t>Memory is allocated for variables and functions.</a:t>
            </a:r>
            <a:endParaRPr sz="1300">
              <a:latin typeface="Trebuchet MS"/>
              <a:ea typeface="Trebuchet MS"/>
              <a:cs typeface="Trebuchet MS"/>
              <a:sym typeface="Trebuchet MS"/>
            </a:endParaRPr>
          </a:p>
          <a:p>
            <a:pPr indent="-311150" lvl="2" marL="1371600" rtl="0" algn="l">
              <a:lnSpc>
                <a:spcPct val="115000"/>
              </a:lnSpc>
              <a:spcBef>
                <a:spcPts val="0"/>
              </a:spcBef>
              <a:spcAft>
                <a:spcPts val="0"/>
              </a:spcAft>
              <a:buSzPts val="1300"/>
              <a:buChar char="■"/>
            </a:pPr>
            <a:r>
              <a:rPr lang="en" sz="1300">
                <a:latin typeface="Trebuchet MS"/>
                <a:ea typeface="Trebuchet MS"/>
                <a:cs typeface="Trebuchet MS"/>
                <a:sym typeface="Trebuchet MS"/>
              </a:rPr>
              <a:t>Variables are initialized with </a:t>
            </a:r>
            <a:r>
              <a:rPr lang="en" sz="1300">
                <a:solidFill>
                  <a:srgbClr val="188038"/>
                </a:solidFill>
                <a:latin typeface="Trebuchet MS"/>
                <a:ea typeface="Trebuchet MS"/>
                <a:cs typeface="Trebuchet MS"/>
                <a:sym typeface="Trebuchet MS"/>
              </a:rPr>
              <a:t>undefined</a:t>
            </a:r>
            <a:r>
              <a:rPr lang="en" sz="1300">
                <a:latin typeface="Trebuchet MS"/>
                <a:ea typeface="Trebuchet MS"/>
                <a:cs typeface="Trebuchet MS"/>
                <a:sym typeface="Trebuchet MS"/>
              </a:rPr>
              <a:t>.</a:t>
            </a:r>
            <a:endParaRPr sz="1300">
              <a:latin typeface="Trebuchet MS"/>
              <a:ea typeface="Trebuchet MS"/>
              <a:cs typeface="Trebuchet MS"/>
              <a:sym typeface="Trebuchet MS"/>
            </a:endParaRPr>
          </a:p>
          <a:p>
            <a:pPr indent="-311150" lvl="2" marL="1371600" rtl="0" algn="l">
              <a:lnSpc>
                <a:spcPct val="115000"/>
              </a:lnSpc>
              <a:spcBef>
                <a:spcPts val="0"/>
              </a:spcBef>
              <a:spcAft>
                <a:spcPts val="0"/>
              </a:spcAft>
              <a:buSzPts val="1300"/>
              <a:buFont typeface="Trebuchet MS"/>
              <a:buChar char="■"/>
            </a:pPr>
            <a:r>
              <a:rPr lang="en" sz="1300">
                <a:latin typeface="Trebuchet MS"/>
                <a:ea typeface="Trebuchet MS"/>
                <a:cs typeface="Trebuchet MS"/>
                <a:sym typeface="Trebuchet MS"/>
              </a:rPr>
              <a:t>Function declarations are stored in memory with their definitions.</a:t>
            </a:r>
            <a:endParaRPr sz="1300">
              <a:latin typeface="Trebuchet MS"/>
              <a:ea typeface="Trebuchet MS"/>
              <a:cs typeface="Trebuchet MS"/>
              <a:sym typeface="Trebuchet MS"/>
            </a:endParaRPr>
          </a:p>
          <a:p>
            <a:pPr indent="-311150" lvl="1" marL="914400" rtl="0" algn="l">
              <a:lnSpc>
                <a:spcPct val="115000"/>
              </a:lnSpc>
              <a:spcBef>
                <a:spcPts val="0"/>
              </a:spcBef>
              <a:spcAft>
                <a:spcPts val="0"/>
              </a:spcAft>
              <a:buSzPts val="1300"/>
              <a:buAutoNum type="arabicPeriod"/>
            </a:pPr>
            <a:r>
              <a:rPr b="1" lang="en" sz="1300">
                <a:latin typeface="Trebuchet MS"/>
                <a:ea typeface="Trebuchet MS"/>
                <a:cs typeface="Trebuchet MS"/>
                <a:sym typeface="Trebuchet MS"/>
              </a:rPr>
              <a:t>Execution Phase</a:t>
            </a:r>
            <a:r>
              <a:rPr lang="en" sz="1300">
                <a:latin typeface="Trebuchet MS"/>
                <a:ea typeface="Trebuchet MS"/>
                <a:cs typeface="Trebuchet MS"/>
                <a:sym typeface="Trebuchet MS"/>
              </a:rPr>
              <a:t>:</a:t>
            </a:r>
            <a:endParaRPr sz="1300">
              <a:latin typeface="Trebuchet MS"/>
              <a:ea typeface="Trebuchet MS"/>
              <a:cs typeface="Trebuchet MS"/>
              <a:sym typeface="Trebuchet MS"/>
            </a:endParaRPr>
          </a:p>
          <a:p>
            <a:pPr indent="-311150" lvl="2" marL="1371600" rtl="0" algn="l">
              <a:lnSpc>
                <a:spcPct val="115000"/>
              </a:lnSpc>
              <a:spcBef>
                <a:spcPts val="0"/>
              </a:spcBef>
              <a:spcAft>
                <a:spcPts val="0"/>
              </a:spcAft>
              <a:buSzPts val="1300"/>
              <a:buFont typeface="Trebuchet MS"/>
              <a:buChar char="■"/>
            </a:pPr>
            <a:r>
              <a:rPr lang="en" sz="1300">
                <a:latin typeface="Trebuchet MS"/>
                <a:ea typeface="Trebuchet MS"/>
                <a:cs typeface="Trebuchet MS"/>
                <a:sym typeface="Trebuchet MS"/>
              </a:rPr>
              <a:t>Code is executed line by line, assigning values to variables and invoking functions.</a:t>
            </a:r>
            <a:endParaRPr sz="1300">
              <a:latin typeface="Trebuchet MS"/>
              <a:ea typeface="Trebuchet MS"/>
              <a:cs typeface="Trebuchet MS"/>
              <a:sym typeface="Trebuchet MS"/>
            </a:endParaRPr>
          </a:p>
          <a:p>
            <a:pPr indent="0" lvl="0" marL="1371600" rtl="0" algn="l">
              <a:lnSpc>
                <a:spcPct val="115000"/>
              </a:lnSpc>
              <a:spcBef>
                <a:spcPts val="1200"/>
              </a:spcBef>
              <a:spcAft>
                <a:spcPts val="0"/>
              </a:spcAft>
              <a:buNone/>
            </a:pPr>
            <a:r>
              <a:t/>
            </a:r>
            <a:endParaRPr sz="1300">
              <a:latin typeface="Trebuchet MS"/>
              <a:ea typeface="Trebuchet MS"/>
              <a:cs typeface="Trebuchet MS"/>
              <a:sym typeface="Trebuchet MS"/>
            </a:endParaRPr>
          </a:p>
          <a:p>
            <a:pPr indent="-311150" lvl="0" marL="457200" rtl="0" algn="l">
              <a:lnSpc>
                <a:spcPct val="115000"/>
              </a:lnSpc>
              <a:spcBef>
                <a:spcPts val="1200"/>
              </a:spcBef>
              <a:spcAft>
                <a:spcPts val="0"/>
              </a:spcAft>
              <a:buSzPts val="1300"/>
              <a:buChar char="●"/>
            </a:pPr>
            <a:r>
              <a:rPr lang="en" sz="1300">
                <a:latin typeface="Trebuchet MS"/>
                <a:ea typeface="Trebuchet MS"/>
                <a:cs typeface="Trebuchet MS"/>
                <a:sym typeface="Trebuchet MS"/>
              </a:rPr>
              <a:t>In the </a:t>
            </a:r>
            <a:r>
              <a:rPr b="1" lang="en" sz="1300">
                <a:latin typeface="Trebuchet MS"/>
                <a:ea typeface="Trebuchet MS"/>
                <a:cs typeface="Trebuchet MS"/>
                <a:sym typeface="Trebuchet MS"/>
              </a:rPr>
              <a:t>global scope</a:t>
            </a:r>
            <a:r>
              <a:rPr lang="en" sz="1300">
                <a:latin typeface="Trebuchet MS"/>
                <a:ea typeface="Trebuchet MS"/>
                <a:cs typeface="Trebuchet MS"/>
                <a:sym typeface="Trebuchet MS"/>
              </a:rPr>
              <a:t>, the </a:t>
            </a:r>
            <a:r>
              <a:rPr lang="en" sz="1300">
                <a:solidFill>
                  <a:srgbClr val="188038"/>
                </a:solidFill>
                <a:latin typeface="Trebuchet MS"/>
                <a:ea typeface="Trebuchet MS"/>
                <a:cs typeface="Trebuchet MS"/>
                <a:sym typeface="Trebuchet MS"/>
              </a:rPr>
              <a:t>this</a:t>
            </a:r>
            <a:r>
              <a:rPr lang="en" sz="1300">
                <a:latin typeface="Trebuchet MS"/>
                <a:ea typeface="Trebuchet MS"/>
                <a:cs typeface="Trebuchet MS"/>
                <a:sym typeface="Trebuchet MS"/>
              </a:rPr>
              <a:t> keyword refers to the </a:t>
            </a:r>
            <a:r>
              <a:rPr b="1" lang="en" sz="1300">
                <a:latin typeface="Trebuchet MS"/>
                <a:ea typeface="Trebuchet MS"/>
                <a:cs typeface="Trebuchet MS"/>
                <a:sym typeface="Trebuchet MS"/>
              </a:rPr>
              <a:t>Global Object</a:t>
            </a:r>
            <a:r>
              <a:rPr lang="en" sz="1300">
                <a:latin typeface="Trebuchet MS"/>
                <a:ea typeface="Trebuchet MS"/>
                <a:cs typeface="Trebuchet MS"/>
                <a:sym typeface="Trebuchet MS"/>
              </a:rPr>
              <a:t>.</a:t>
            </a:r>
            <a:endParaRPr sz="2600">
              <a:latin typeface="Trebuchet MS"/>
              <a:ea typeface="Trebuchet MS"/>
              <a:cs typeface="Trebuchet MS"/>
              <a:sym typeface="Trebuchet MS"/>
            </a:endParaRPr>
          </a:p>
        </p:txBody>
      </p:sp>
      <p:pic>
        <p:nvPicPr>
          <p:cNvPr id="210" name="Google Shape;210;p35"/>
          <p:cNvPicPr preferRelativeResize="0"/>
          <p:nvPr/>
        </p:nvPicPr>
        <p:blipFill>
          <a:blip r:embed="rId3">
            <a:alphaModFix/>
          </a:blip>
          <a:stretch>
            <a:fillRect/>
          </a:stretch>
        </p:blipFill>
        <p:spPr>
          <a:xfrm>
            <a:off x="6959275" y="116633"/>
            <a:ext cx="2009775" cy="438150"/>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4" name="Shape 214"/>
        <p:cNvGrpSpPr/>
        <p:nvPr/>
      </p:nvGrpSpPr>
      <p:grpSpPr>
        <a:xfrm>
          <a:off x="0" y="0"/>
          <a:ext cx="0" cy="0"/>
          <a:chOff x="0" y="0"/>
          <a:chExt cx="0" cy="0"/>
        </a:xfrm>
      </p:grpSpPr>
      <p:sp>
        <p:nvSpPr>
          <p:cNvPr id="215" name="Google Shape;215;p36"/>
          <p:cNvSpPr txBox="1"/>
          <p:nvPr>
            <p:ph type="title"/>
          </p:nvPr>
        </p:nvSpPr>
        <p:spPr>
          <a:xfrm>
            <a:off x="328409" y="255149"/>
            <a:ext cx="8564400" cy="447600"/>
          </a:xfrm>
          <a:prstGeom prst="rect">
            <a:avLst/>
          </a:prstGeom>
        </p:spPr>
        <p:txBody>
          <a:bodyPr anchorCtr="0" anchor="ctr" bIns="91425" lIns="91425" spcFirstLastPara="1" rIns="91425" wrap="square" tIns="91425">
            <a:noAutofit/>
          </a:bodyPr>
          <a:lstStyle/>
          <a:p>
            <a:pPr indent="0" lvl="0" marL="0" rtl="0" algn="l">
              <a:lnSpc>
                <a:spcPct val="115000"/>
              </a:lnSpc>
              <a:spcBef>
                <a:spcPts val="1200"/>
              </a:spcBef>
              <a:spcAft>
                <a:spcPts val="200"/>
              </a:spcAft>
              <a:buNone/>
            </a:pPr>
            <a:r>
              <a:rPr b="1" lang="en" sz="2000">
                <a:latin typeface="Arial"/>
                <a:ea typeface="Arial"/>
                <a:cs typeface="Arial"/>
                <a:sym typeface="Arial"/>
              </a:rPr>
              <a:t>Global Object </a:t>
            </a:r>
            <a:endParaRPr sz="3700"/>
          </a:p>
        </p:txBody>
      </p:sp>
      <p:sp>
        <p:nvSpPr>
          <p:cNvPr id="216" name="Google Shape;216;p36"/>
          <p:cNvSpPr txBox="1"/>
          <p:nvPr>
            <p:ph idx="1" type="body"/>
          </p:nvPr>
        </p:nvSpPr>
        <p:spPr>
          <a:xfrm>
            <a:off x="280559" y="963628"/>
            <a:ext cx="8564400" cy="36309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 sz="1400">
                <a:latin typeface="Trebuchet MS"/>
                <a:ea typeface="Trebuchet MS"/>
                <a:cs typeface="Trebuchet MS"/>
                <a:sym typeface="Trebuchet MS"/>
              </a:rPr>
              <a:t>The </a:t>
            </a:r>
            <a:r>
              <a:rPr b="1" lang="en" sz="1400">
                <a:latin typeface="Trebuchet MS"/>
                <a:ea typeface="Trebuchet MS"/>
                <a:cs typeface="Trebuchet MS"/>
                <a:sym typeface="Trebuchet MS"/>
              </a:rPr>
              <a:t>Global Object</a:t>
            </a:r>
            <a:r>
              <a:rPr lang="en" sz="1400">
                <a:latin typeface="Trebuchet MS"/>
                <a:ea typeface="Trebuchet MS"/>
                <a:cs typeface="Trebuchet MS"/>
                <a:sym typeface="Trebuchet MS"/>
              </a:rPr>
              <a:t> is an object that provides access to global variables, functions, and environment-specific features.</a:t>
            </a:r>
            <a:endParaRPr sz="1400">
              <a:latin typeface="Trebuchet MS"/>
              <a:ea typeface="Trebuchet MS"/>
              <a:cs typeface="Trebuchet MS"/>
              <a:sym typeface="Trebuchet MS"/>
            </a:endParaRPr>
          </a:p>
          <a:p>
            <a:pPr indent="-317500" lvl="0" marL="457200" rtl="0" algn="l">
              <a:lnSpc>
                <a:spcPct val="115000"/>
              </a:lnSpc>
              <a:spcBef>
                <a:spcPts val="1200"/>
              </a:spcBef>
              <a:spcAft>
                <a:spcPts val="0"/>
              </a:spcAft>
              <a:buSzPts val="1400"/>
              <a:buChar char="●"/>
            </a:pPr>
            <a:r>
              <a:rPr b="1" lang="en" sz="1400">
                <a:latin typeface="Trebuchet MS"/>
                <a:ea typeface="Trebuchet MS"/>
                <a:cs typeface="Trebuchet MS"/>
                <a:sym typeface="Trebuchet MS"/>
              </a:rPr>
              <a:t>Global Object in Different Environments</a:t>
            </a:r>
            <a:r>
              <a:rPr lang="en" sz="1400">
                <a:latin typeface="Trebuchet MS"/>
                <a:ea typeface="Trebuchet MS"/>
                <a:cs typeface="Trebuchet MS"/>
                <a:sym typeface="Trebuchet MS"/>
              </a:rPr>
              <a:t>:</a:t>
            </a:r>
            <a:endParaRPr sz="1400">
              <a:latin typeface="Trebuchet MS"/>
              <a:ea typeface="Trebuchet MS"/>
              <a:cs typeface="Trebuchet MS"/>
              <a:sym typeface="Trebuchet MS"/>
            </a:endParaRPr>
          </a:p>
          <a:p>
            <a:pPr indent="-317500" lvl="1" marL="914400" rtl="0" algn="l">
              <a:lnSpc>
                <a:spcPct val="115000"/>
              </a:lnSpc>
              <a:spcBef>
                <a:spcPts val="0"/>
              </a:spcBef>
              <a:spcAft>
                <a:spcPts val="0"/>
              </a:spcAft>
              <a:buSzPts val="1400"/>
              <a:buChar char="○"/>
            </a:pPr>
            <a:r>
              <a:rPr b="1" lang="en" sz="1400">
                <a:latin typeface="Trebuchet MS"/>
                <a:ea typeface="Trebuchet MS"/>
                <a:cs typeface="Trebuchet MS"/>
                <a:sym typeface="Trebuchet MS"/>
              </a:rPr>
              <a:t>Browser</a:t>
            </a:r>
            <a:r>
              <a:rPr lang="en" sz="1400">
                <a:latin typeface="Trebuchet MS"/>
                <a:ea typeface="Trebuchet MS"/>
                <a:cs typeface="Trebuchet MS"/>
                <a:sym typeface="Trebuchet MS"/>
              </a:rPr>
              <a:t>: The global object is </a:t>
            </a:r>
            <a:r>
              <a:rPr lang="en" sz="1400">
                <a:solidFill>
                  <a:srgbClr val="188038"/>
                </a:solidFill>
                <a:latin typeface="Trebuchet MS"/>
                <a:ea typeface="Trebuchet MS"/>
                <a:cs typeface="Trebuchet MS"/>
                <a:sym typeface="Trebuchet MS"/>
              </a:rPr>
              <a:t>window</a:t>
            </a:r>
            <a:r>
              <a:rPr lang="en" sz="1400">
                <a:latin typeface="Trebuchet MS"/>
                <a:ea typeface="Trebuchet MS"/>
                <a:cs typeface="Trebuchet MS"/>
                <a:sym typeface="Trebuchet MS"/>
              </a:rPr>
              <a:t>.</a:t>
            </a:r>
            <a:endParaRPr sz="1400">
              <a:latin typeface="Trebuchet MS"/>
              <a:ea typeface="Trebuchet MS"/>
              <a:cs typeface="Trebuchet MS"/>
              <a:sym typeface="Trebuchet MS"/>
            </a:endParaRPr>
          </a:p>
          <a:p>
            <a:pPr indent="-317500" lvl="1" marL="914400" rtl="0" algn="l">
              <a:lnSpc>
                <a:spcPct val="115000"/>
              </a:lnSpc>
              <a:spcBef>
                <a:spcPts val="0"/>
              </a:spcBef>
              <a:spcAft>
                <a:spcPts val="0"/>
              </a:spcAft>
              <a:buSzPts val="1400"/>
              <a:buChar char="○"/>
            </a:pPr>
            <a:r>
              <a:rPr b="1" lang="en" sz="1400">
                <a:latin typeface="Trebuchet MS"/>
                <a:ea typeface="Trebuchet MS"/>
                <a:cs typeface="Trebuchet MS"/>
                <a:sym typeface="Trebuchet MS"/>
              </a:rPr>
              <a:t>Node.js</a:t>
            </a:r>
            <a:r>
              <a:rPr lang="en" sz="1400">
                <a:latin typeface="Trebuchet MS"/>
                <a:ea typeface="Trebuchet MS"/>
                <a:cs typeface="Trebuchet MS"/>
                <a:sym typeface="Trebuchet MS"/>
              </a:rPr>
              <a:t>: The global object is </a:t>
            </a:r>
            <a:r>
              <a:rPr lang="en" sz="1400">
                <a:solidFill>
                  <a:srgbClr val="188038"/>
                </a:solidFill>
                <a:latin typeface="Trebuchet MS"/>
                <a:ea typeface="Trebuchet MS"/>
                <a:cs typeface="Trebuchet MS"/>
                <a:sym typeface="Trebuchet MS"/>
              </a:rPr>
              <a:t>global</a:t>
            </a:r>
            <a:r>
              <a:rPr lang="en" sz="1400">
                <a:latin typeface="Trebuchet MS"/>
                <a:ea typeface="Trebuchet MS"/>
                <a:cs typeface="Trebuchet MS"/>
                <a:sym typeface="Trebuchet MS"/>
              </a:rPr>
              <a:t>.</a:t>
            </a:r>
            <a:endParaRPr sz="1400">
              <a:latin typeface="Trebuchet MS"/>
              <a:ea typeface="Trebuchet MS"/>
              <a:cs typeface="Trebuchet MS"/>
              <a:sym typeface="Trebuchet MS"/>
            </a:endParaRPr>
          </a:p>
          <a:p>
            <a:pPr indent="-317500" lvl="0" marL="457200" rtl="0" algn="l">
              <a:lnSpc>
                <a:spcPct val="115000"/>
              </a:lnSpc>
              <a:spcBef>
                <a:spcPts val="0"/>
              </a:spcBef>
              <a:spcAft>
                <a:spcPts val="0"/>
              </a:spcAft>
              <a:buSzPts val="1400"/>
              <a:buChar char="●"/>
            </a:pPr>
            <a:r>
              <a:rPr b="1" lang="en" sz="1400">
                <a:latin typeface="Trebuchet MS"/>
                <a:ea typeface="Trebuchet MS"/>
                <a:cs typeface="Trebuchet MS"/>
                <a:sym typeface="Trebuchet MS"/>
              </a:rPr>
              <a:t>Behavior in ES5</a:t>
            </a:r>
            <a:r>
              <a:rPr lang="en" sz="1400">
                <a:latin typeface="Trebuchet MS"/>
                <a:ea typeface="Trebuchet MS"/>
                <a:cs typeface="Trebuchet MS"/>
                <a:sym typeface="Trebuchet MS"/>
              </a:rPr>
              <a:t>:</a:t>
            </a:r>
            <a:endParaRPr sz="1400">
              <a:latin typeface="Trebuchet MS"/>
              <a:ea typeface="Trebuchet MS"/>
              <a:cs typeface="Trebuchet MS"/>
              <a:sym typeface="Trebuchet MS"/>
            </a:endParaRPr>
          </a:p>
          <a:p>
            <a:pPr indent="-317500" lvl="1" marL="914400" rtl="0" algn="l">
              <a:lnSpc>
                <a:spcPct val="115000"/>
              </a:lnSpc>
              <a:spcBef>
                <a:spcPts val="0"/>
              </a:spcBef>
              <a:spcAft>
                <a:spcPts val="0"/>
              </a:spcAft>
              <a:buSzPts val="1400"/>
              <a:buChar char="○"/>
            </a:pPr>
            <a:r>
              <a:rPr lang="en" sz="1400">
                <a:latin typeface="Trebuchet MS"/>
                <a:ea typeface="Trebuchet MS"/>
                <a:cs typeface="Trebuchet MS"/>
                <a:sym typeface="Trebuchet MS"/>
              </a:rPr>
              <a:t>Variables declared using </a:t>
            </a:r>
            <a:r>
              <a:rPr lang="en" sz="1400">
                <a:solidFill>
                  <a:srgbClr val="188038"/>
                </a:solidFill>
                <a:latin typeface="Trebuchet MS"/>
                <a:ea typeface="Trebuchet MS"/>
                <a:cs typeface="Trebuchet MS"/>
                <a:sym typeface="Trebuchet MS"/>
              </a:rPr>
              <a:t>var</a:t>
            </a:r>
            <a:r>
              <a:rPr lang="en" sz="1400">
                <a:latin typeface="Trebuchet MS"/>
                <a:ea typeface="Trebuchet MS"/>
                <a:cs typeface="Trebuchet MS"/>
                <a:sym typeface="Trebuchet MS"/>
              </a:rPr>
              <a:t> in the global scope are added as properties of the global object.</a:t>
            </a:r>
            <a:endParaRPr sz="1400">
              <a:latin typeface="Trebuchet MS"/>
              <a:ea typeface="Trebuchet MS"/>
              <a:cs typeface="Trebuchet MS"/>
              <a:sym typeface="Trebuchet MS"/>
            </a:endParaRPr>
          </a:p>
          <a:p>
            <a:pPr indent="-317500" lvl="1" marL="914400" rtl="0" algn="l">
              <a:lnSpc>
                <a:spcPct val="115000"/>
              </a:lnSpc>
              <a:spcBef>
                <a:spcPts val="0"/>
              </a:spcBef>
              <a:spcAft>
                <a:spcPts val="0"/>
              </a:spcAft>
              <a:buSzPts val="1400"/>
              <a:buFont typeface="Trebuchet MS"/>
              <a:buChar char="○"/>
            </a:pPr>
            <a:r>
              <a:rPr lang="en" sz="1400">
                <a:latin typeface="Trebuchet MS"/>
                <a:ea typeface="Trebuchet MS"/>
                <a:cs typeface="Trebuchet MS"/>
                <a:sym typeface="Trebuchet MS"/>
              </a:rPr>
              <a:t>Functions declared in the global scope also become properties of the global object.</a:t>
            </a:r>
            <a:endParaRPr sz="2300">
              <a:latin typeface="Trebuchet MS"/>
              <a:ea typeface="Trebuchet MS"/>
              <a:cs typeface="Trebuchet MS"/>
              <a:sym typeface="Trebuchet MS"/>
            </a:endParaRPr>
          </a:p>
        </p:txBody>
      </p:sp>
      <p:pic>
        <p:nvPicPr>
          <p:cNvPr id="217" name="Google Shape;217;p36"/>
          <p:cNvPicPr preferRelativeResize="0"/>
          <p:nvPr/>
        </p:nvPicPr>
        <p:blipFill>
          <a:blip r:embed="rId3">
            <a:alphaModFix/>
          </a:blip>
          <a:stretch>
            <a:fillRect/>
          </a:stretch>
        </p:blipFill>
        <p:spPr>
          <a:xfrm>
            <a:off x="6959275" y="116633"/>
            <a:ext cx="2009775" cy="438150"/>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1" name="Shape 221"/>
        <p:cNvGrpSpPr/>
        <p:nvPr/>
      </p:nvGrpSpPr>
      <p:grpSpPr>
        <a:xfrm>
          <a:off x="0" y="0"/>
          <a:ext cx="0" cy="0"/>
          <a:chOff x="0" y="0"/>
          <a:chExt cx="0" cy="0"/>
        </a:xfrm>
      </p:grpSpPr>
      <p:sp>
        <p:nvSpPr>
          <p:cNvPr id="222" name="Google Shape;222;p37"/>
          <p:cNvSpPr txBox="1"/>
          <p:nvPr>
            <p:ph type="title"/>
          </p:nvPr>
        </p:nvSpPr>
        <p:spPr>
          <a:xfrm>
            <a:off x="248659" y="247174"/>
            <a:ext cx="8564400" cy="4476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b="1" lang="en"/>
              <a:t>Scope</a:t>
            </a:r>
            <a:endParaRPr b="1"/>
          </a:p>
        </p:txBody>
      </p:sp>
      <p:sp>
        <p:nvSpPr>
          <p:cNvPr id="223" name="Google Shape;223;p37"/>
          <p:cNvSpPr txBox="1"/>
          <p:nvPr>
            <p:ph idx="1" type="body"/>
          </p:nvPr>
        </p:nvSpPr>
        <p:spPr>
          <a:xfrm>
            <a:off x="280559" y="963628"/>
            <a:ext cx="8564400" cy="36309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b="1" lang="en" sz="1800">
                <a:latin typeface="Arial"/>
                <a:ea typeface="Arial"/>
                <a:cs typeface="Arial"/>
                <a:sym typeface="Arial"/>
              </a:rPr>
              <a:t>What is Scope?</a:t>
            </a:r>
            <a:endParaRPr b="1" sz="1800">
              <a:latin typeface="Arial"/>
              <a:ea typeface="Arial"/>
              <a:cs typeface="Arial"/>
              <a:sym typeface="Arial"/>
            </a:endParaRPr>
          </a:p>
          <a:p>
            <a:pPr indent="0" lvl="0" marL="0" rtl="0" algn="l">
              <a:lnSpc>
                <a:spcPct val="115000"/>
              </a:lnSpc>
              <a:spcBef>
                <a:spcPts val="1200"/>
              </a:spcBef>
              <a:spcAft>
                <a:spcPts val="0"/>
              </a:spcAft>
              <a:buNone/>
            </a:pPr>
            <a:r>
              <a:rPr lang="en" sz="1400">
                <a:latin typeface="Arial"/>
                <a:ea typeface="Arial"/>
                <a:cs typeface="Arial"/>
                <a:sym typeface="Arial"/>
              </a:rPr>
              <a:t>In JavaScript, </a:t>
            </a:r>
            <a:r>
              <a:rPr b="1" lang="en" sz="1400">
                <a:latin typeface="Arial"/>
                <a:ea typeface="Arial"/>
                <a:cs typeface="Arial"/>
                <a:sym typeface="Arial"/>
              </a:rPr>
              <a:t>scope</a:t>
            </a:r>
            <a:r>
              <a:rPr lang="en" sz="1400">
                <a:latin typeface="Arial"/>
                <a:ea typeface="Arial"/>
                <a:cs typeface="Arial"/>
                <a:sym typeface="Arial"/>
              </a:rPr>
              <a:t> refers to the accessibility of variables, functions, and objects in different parts of your code. It determines where these variables and functions can be referenced or used.</a:t>
            </a:r>
            <a:endParaRPr sz="14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t/>
            </a:r>
            <a:endParaRPr sz="1400">
              <a:latin typeface="Arial"/>
              <a:ea typeface="Arial"/>
              <a:cs typeface="Arial"/>
              <a:sym typeface="Arial"/>
            </a:endParaRPr>
          </a:p>
          <a:p>
            <a:pPr indent="0" lvl="0" marL="0" rtl="0" algn="l">
              <a:spcBef>
                <a:spcPts val="1200"/>
              </a:spcBef>
              <a:spcAft>
                <a:spcPts val="0"/>
              </a:spcAft>
              <a:buNone/>
            </a:pPr>
            <a:r>
              <a:rPr b="1" lang="en" sz="2000"/>
              <a:t>Types of Scopes</a:t>
            </a:r>
            <a:endParaRPr sz="1800"/>
          </a:p>
          <a:p>
            <a:pPr indent="-342900" lvl="0" marL="457200" rtl="0" algn="l">
              <a:spcBef>
                <a:spcPts val="480"/>
              </a:spcBef>
              <a:spcAft>
                <a:spcPts val="0"/>
              </a:spcAft>
              <a:buSzPts val="1800"/>
              <a:buAutoNum type="arabicPeriod"/>
            </a:pPr>
            <a:r>
              <a:rPr lang="en" sz="1800"/>
              <a:t>Global</a:t>
            </a:r>
            <a:r>
              <a:rPr lang="en" sz="1800"/>
              <a:t> Scope</a:t>
            </a:r>
            <a:endParaRPr sz="1800"/>
          </a:p>
          <a:p>
            <a:pPr indent="-342900" lvl="0" marL="457200" rtl="0" algn="l">
              <a:spcBef>
                <a:spcPts val="0"/>
              </a:spcBef>
              <a:spcAft>
                <a:spcPts val="0"/>
              </a:spcAft>
              <a:buSzPts val="1800"/>
              <a:buAutoNum type="arabicPeriod"/>
            </a:pPr>
            <a:r>
              <a:rPr lang="en" sz="1800"/>
              <a:t>Functional/Local scope</a:t>
            </a:r>
            <a:endParaRPr sz="1800"/>
          </a:p>
        </p:txBody>
      </p:sp>
      <p:pic>
        <p:nvPicPr>
          <p:cNvPr id="224" name="Google Shape;224;p37"/>
          <p:cNvPicPr preferRelativeResize="0"/>
          <p:nvPr/>
        </p:nvPicPr>
        <p:blipFill>
          <a:blip r:embed="rId3">
            <a:alphaModFix/>
          </a:blip>
          <a:stretch>
            <a:fillRect/>
          </a:stretch>
        </p:blipFill>
        <p:spPr>
          <a:xfrm>
            <a:off x="6959275" y="116633"/>
            <a:ext cx="2009775" cy="438150"/>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8" name="Shape 228"/>
        <p:cNvGrpSpPr/>
        <p:nvPr/>
      </p:nvGrpSpPr>
      <p:grpSpPr>
        <a:xfrm>
          <a:off x="0" y="0"/>
          <a:ext cx="0" cy="0"/>
          <a:chOff x="0" y="0"/>
          <a:chExt cx="0" cy="0"/>
        </a:xfrm>
      </p:grpSpPr>
      <p:sp>
        <p:nvSpPr>
          <p:cNvPr id="229" name="Google Shape;229;p38"/>
          <p:cNvSpPr txBox="1"/>
          <p:nvPr>
            <p:ph type="title"/>
          </p:nvPr>
        </p:nvSpPr>
        <p:spPr>
          <a:xfrm>
            <a:off x="289809" y="255149"/>
            <a:ext cx="8564400" cy="4476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b="1" lang="en"/>
              <a:t>Global</a:t>
            </a:r>
            <a:r>
              <a:rPr b="1" lang="en"/>
              <a:t> Scope</a:t>
            </a:r>
            <a:endParaRPr b="1"/>
          </a:p>
        </p:txBody>
      </p:sp>
      <p:sp>
        <p:nvSpPr>
          <p:cNvPr id="230" name="Google Shape;230;p38"/>
          <p:cNvSpPr txBox="1"/>
          <p:nvPr>
            <p:ph idx="1" type="body"/>
          </p:nvPr>
        </p:nvSpPr>
        <p:spPr>
          <a:xfrm>
            <a:off x="280550" y="805425"/>
            <a:ext cx="8564400" cy="3789000"/>
          </a:xfrm>
          <a:prstGeom prst="rect">
            <a:avLst/>
          </a:prstGeom>
        </p:spPr>
        <p:txBody>
          <a:bodyPr anchorCtr="0" anchor="t" bIns="91425" lIns="91425" spcFirstLastPara="1" rIns="91425" wrap="square" tIns="91425">
            <a:noAutofit/>
          </a:bodyPr>
          <a:lstStyle/>
          <a:p>
            <a:pPr indent="0" lvl="0" marL="0" rtl="0" algn="l">
              <a:spcBef>
                <a:spcPts val="360"/>
              </a:spcBef>
              <a:spcAft>
                <a:spcPts val="0"/>
              </a:spcAft>
              <a:buClr>
                <a:schemeClr val="dk1"/>
              </a:buClr>
              <a:buSzPts val="1800"/>
              <a:buFont typeface="Arial"/>
              <a:buNone/>
            </a:pPr>
            <a:r>
              <a:rPr lang="en" sz="1400">
                <a:latin typeface="Arial"/>
                <a:ea typeface="Arial"/>
                <a:cs typeface="Arial"/>
                <a:sym typeface="Arial"/>
              </a:rPr>
              <a:t>Before you write a line of JavaScript, you’re in what we call the Global Scope. If we declare a variable, it’s defined globally:</a:t>
            </a:r>
            <a:endParaRPr sz="1400">
              <a:latin typeface="Arial"/>
              <a:ea typeface="Arial"/>
              <a:cs typeface="Arial"/>
              <a:sym typeface="Arial"/>
            </a:endParaRPr>
          </a:p>
          <a:p>
            <a:pPr indent="0" lvl="0" marL="0" rtl="0" algn="l">
              <a:spcBef>
                <a:spcPts val="360"/>
              </a:spcBef>
              <a:spcAft>
                <a:spcPts val="0"/>
              </a:spcAft>
              <a:buClr>
                <a:schemeClr val="dk1"/>
              </a:buClr>
              <a:buSzPts val="1800"/>
              <a:buFont typeface="Arial"/>
              <a:buNone/>
            </a:pPr>
            <a:r>
              <a:t/>
            </a:r>
            <a:endParaRPr sz="1400">
              <a:latin typeface="Arial"/>
              <a:ea typeface="Arial"/>
              <a:cs typeface="Arial"/>
              <a:sym typeface="Arial"/>
            </a:endParaRPr>
          </a:p>
          <a:p>
            <a:pPr indent="0" lvl="0" marL="0" rtl="0" algn="l">
              <a:spcBef>
                <a:spcPts val="360"/>
              </a:spcBef>
              <a:spcAft>
                <a:spcPts val="0"/>
              </a:spcAft>
              <a:buClr>
                <a:schemeClr val="dk1"/>
              </a:buClr>
              <a:buSzPts val="1800"/>
              <a:buFont typeface="Arial"/>
              <a:buNone/>
            </a:pPr>
            <a:r>
              <a:rPr lang="en" sz="1400">
                <a:solidFill>
                  <a:srgbClr val="FF9900"/>
                </a:solidFill>
                <a:latin typeface="Arial"/>
                <a:ea typeface="Arial"/>
                <a:cs typeface="Arial"/>
                <a:sym typeface="Arial"/>
              </a:rPr>
              <a:t>example</a:t>
            </a:r>
            <a:r>
              <a:rPr lang="en" sz="1400">
                <a:latin typeface="Arial"/>
                <a:ea typeface="Arial"/>
                <a:cs typeface="Arial"/>
                <a:sym typeface="Arial"/>
              </a:rPr>
              <a:t> : - </a:t>
            </a:r>
            <a:br>
              <a:rPr lang="en" sz="1400">
                <a:latin typeface="Arial"/>
                <a:ea typeface="Arial"/>
                <a:cs typeface="Arial"/>
                <a:sym typeface="Arial"/>
              </a:rPr>
            </a:br>
            <a:endParaRPr sz="1400">
              <a:latin typeface="Arial"/>
              <a:ea typeface="Arial"/>
              <a:cs typeface="Arial"/>
              <a:sym typeface="Arial"/>
            </a:endParaRPr>
          </a:p>
          <a:p>
            <a:pPr indent="0" lvl="0" marL="0" rtl="0" algn="l">
              <a:spcBef>
                <a:spcPts val="360"/>
              </a:spcBef>
              <a:spcAft>
                <a:spcPts val="0"/>
              </a:spcAft>
              <a:buClr>
                <a:schemeClr val="dk1"/>
              </a:buClr>
              <a:buSzPts val="1800"/>
              <a:buFont typeface="Arial"/>
              <a:buNone/>
            </a:pPr>
            <a:r>
              <a:rPr lang="en" sz="1400">
                <a:latin typeface="Arial"/>
                <a:ea typeface="Arial"/>
                <a:cs typeface="Arial"/>
                <a:sym typeface="Arial"/>
              </a:rPr>
              <a:t>var a = 1;</a:t>
            </a:r>
            <a:br>
              <a:rPr lang="en" sz="1400">
                <a:latin typeface="Arial"/>
                <a:ea typeface="Arial"/>
                <a:cs typeface="Arial"/>
                <a:sym typeface="Arial"/>
              </a:rPr>
            </a:br>
            <a:br>
              <a:rPr lang="en" sz="1400">
                <a:latin typeface="Arial"/>
                <a:ea typeface="Arial"/>
                <a:cs typeface="Arial"/>
                <a:sym typeface="Arial"/>
              </a:rPr>
            </a:br>
            <a:r>
              <a:rPr lang="en" sz="1400">
                <a:latin typeface="Arial"/>
                <a:ea typeface="Arial"/>
                <a:cs typeface="Arial"/>
                <a:sym typeface="Arial"/>
              </a:rPr>
              <a:t>// global scope</a:t>
            </a:r>
            <a:br>
              <a:rPr lang="en" sz="1400">
                <a:latin typeface="Arial"/>
                <a:ea typeface="Arial"/>
                <a:cs typeface="Arial"/>
                <a:sym typeface="Arial"/>
              </a:rPr>
            </a:br>
            <a:r>
              <a:rPr lang="en" sz="1400">
                <a:latin typeface="Arial"/>
                <a:ea typeface="Arial"/>
                <a:cs typeface="Arial"/>
                <a:sym typeface="Arial"/>
              </a:rPr>
              <a:t>function one() {</a:t>
            </a:r>
            <a:br>
              <a:rPr lang="en" sz="1400">
                <a:latin typeface="Arial"/>
                <a:ea typeface="Arial"/>
                <a:cs typeface="Arial"/>
                <a:sym typeface="Arial"/>
              </a:rPr>
            </a:br>
            <a:r>
              <a:rPr lang="en" sz="1400">
                <a:latin typeface="Arial"/>
                <a:ea typeface="Arial"/>
                <a:cs typeface="Arial"/>
                <a:sym typeface="Arial"/>
              </a:rPr>
              <a:t>  alert(a); // alerts '1'</a:t>
            </a:r>
            <a:br>
              <a:rPr lang="en" sz="1400">
                <a:latin typeface="Arial"/>
                <a:ea typeface="Arial"/>
                <a:cs typeface="Arial"/>
                <a:sym typeface="Arial"/>
              </a:rPr>
            </a:br>
            <a:r>
              <a:rPr lang="en" sz="1400">
                <a:latin typeface="Arial"/>
                <a:ea typeface="Arial"/>
                <a:cs typeface="Arial"/>
                <a:sym typeface="Arial"/>
              </a:rPr>
              <a:t>}</a:t>
            </a:r>
            <a:endParaRPr>
              <a:latin typeface="Arial"/>
              <a:ea typeface="Arial"/>
              <a:cs typeface="Arial"/>
              <a:sym typeface="Arial"/>
            </a:endParaRPr>
          </a:p>
        </p:txBody>
      </p:sp>
      <p:pic>
        <p:nvPicPr>
          <p:cNvPr id="231" name="Google Shape;231;p38"/>
          <p:cNvPicPr preferRelativeResize="0"/>
          <p:nvPr/>
        </p:nvPicPr>
        <p:blipFill>
          <a:blip r:embed="rId3">
            <a:alphaModFix/>
          </a:blip>
          <a:stretch>
            <a:fillRect/>
          </a:stretch>
        </p:blipFill>
        <p:spPr>
          <a:xfrm>
            <a:off x="6959275" y="116633"/>
            <a:ext cx="2009775" cy="438150"/>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5" name="Shape 235"/>
        <p:cNvGrpSpPr/>
        <p:nvPr/>
      </p:nvGrpSpPr>
      <p:grpSpPr>
        <a:xfrm>
          <a:off x="0" y="0"/>
          <a:ext cx="0" cy="0"/>
          <a:chOff x="0" y="0"/>
          <a:chExt cx="0" cy="0"/>
        </a:xfrm>
      </p:grpSpPr>
      <p:sp>
        <p:nvSpPr>
          <p:cNvPr id="236" name="Google Shape;236;p39"/>
          <p:cNvSpPr txBox="1"/>
          <p:nvPr>
            <p:ph type="title"/>
          </p:nvPr>
        </p:nvSpPr>
        <p:spPr>
          <a:xfrm>
            <a:off x="289809" y="247174"/>
            <a:ext cx="8564400" cy="4476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b="1" lang="en"/>
              <a:t>Functional/Local Scope</a:t>
            </a:r>
            <a:endParaRPr b="1"/>
          </a:p>
        </p:txBody>
      </p:sp>
      <p:sp>
        <p:nvSpPr>
          <p:cNvPr id="237" name="Google Shape;237;p39"/>
          <p:cNvSpPr txBox="1"/>
          <p:nvPr>
            <p:ph idx="1" type="body"/>
          </p:nvPr>
        </p:nvSpPr>
        <p:spPr>
          <a:xfrm>
            <a:off x="280559" y="963628"/>
            <a:ext cx="8564400" cy="3630900"/>
          </a:xfrm>
          <a:prstGeom prst="rect">
            <a:avLst/>
          </a:prstGeom>
        </p:spPr>
        <p:txBody>
          <a:bodyPr anchorCtr="0" anchor="t" bIns="91425" lIns="91425" spcFirstLastPara="1" rIns="91425" wrap="square" tIns="91425">
            <a:noAutofit/>
          </a:bodyPr>
          <a:lstStyle/>
          <a:p>
            <a:pPr indent="0" lvl="0" marL="0" rtl="0" algn="l">
              <a:spcBef>
                <a:spcPts val="360"/>
              </a:spcBef>
              <a:spcAft>
                <a:spcPts val="0"/>
              </a:spcAft>
              <a:buClr>
                <a:schemeClr val="dk1"/>
              </a:buClr>
              <a:buSzPts val="1800"/>
              <a:buFont typeface="Arial"/>
              <a:buNone/>
            </a:pPr>
            <a:r>
              <a:rPr lang="en" sz="1400">
                <a:latin typeface="Arial"/>
                <a:ea typeface="Arial"/>
                <a:cs typeface="Arial"/>
                <a:sym typeface="Arial"/>
              </a:rPr>
              <a:t>Variables declared within a JavaScript function, become LOCAL to the function.</a:t>
            </a:r>
            <a:endParaRPr sz="1400">
              <a:latin typeface="Arial"/>
              <a:ea typeface="Arial"/>
              <a:cs typeface="Arial"/>
              <a:sym typeface="Arial"/>
            </a:endParaRPr>
          </a:p>
          <a:p>
            <a:pPr indent="0" lvl="0" marL="0" rtl="0" algn="l">
              <a:spcBef>
                <a:spcPts val="360"/>
              </a:spcBef>
              <a:spcAft>
                <a:spcPts val="0"/>
              </a:spcAft>
              <a:buClr>
                <a:schemeClr val="dk1"/>
              </a:buClr>
              <a:buSzPts val="1100"/>
              <a:buFont typeface="Arial"/>
              <a:buNone/>
            </a:pPr>
            <a:r>
              <a:rPr lang="en" sz="1400">
                <a:solidFill>
                  <a:srgbClr val="FF9900"/>
                </a:solidFill>
                <a:latin typeface="Arial"/>
                <a:ea typeface="Arial"/>
                <a:cs typeface="Arial"/>
                <a:sym typeface="Arial"/>
              </a:rPr>
              <a:t>example :-</a:t>
            </a:r>
            <a:endParaRPr sz="1400">
              <a:solidFill>
                <a:srgbClr val="FF9900"/>
              </a:solidFill>
              <a:latin typeface="Arial"/>
              <a:ea typeface="Arial"/>
              <a:cs typeface="Arial"/>
              <a:sym typeface="Arial"/>
            </a:endParaRPr>
          </a:p>
          <a:p>
            <a:pPr indent="0" lvl="0" marL="0" rtl="0" algn="l">
              <a:spcBef>
                <a:spcPts val="360"/>
              </a:spcBef>
              <a:spcAft>
                <a:spcPts val="0"/>
              </a:spcAft>
              <a:buClr>
                <a:schemeClr val="dk1"/>
              </a:buClr>
              <a:buSzPts val="1800"/>
              <a:buFont typeface="Arial"/>
              <a:buNone/>
            </a:pPr>
            <a:r>
              <a:rPr lang="en" sz="1400">
                <a:latin typeface="Arial"/>
                <a:ea typeface="Arial"/>
                <a:cs typeface="Arial"/>
                <a:sym typeface="Arial"/>
              </a:rPr>
              <a:t>var a = 1;</a:t>
            </a:r>
            <a:br>
              <a:rPr lang="en" sz="1400">
                <a:latin typeface="Arial"/>
                <a:ea typeface="Arial"/>
                <a:cs typeface="Arial"/>
                <a:sym typeface="Arial"/>
              </a:rPr>
            </a:br>
            <a:br>
              <a:rPr lang="en" sz="1400">
                <a:latin typeface="Arial"/>
                <a:ea typeface="Arial"/>
                <a:cs typeface="Arial"/>
                <a:sym typeface="Arial"/>
              </a:rPr>
            </a:br>
            <a:r>
              <a:rPr lang="en" sz="1400">
                <a:latin typeface="Arial"/>
                <a:ea typeface="Arial"/>
                <a:cs typeface="Arial"/>
                <a:sym typeface="Arial"/>
              </a:rPr>
              <a:t>function two(a) {</a:t>
            </a:r>
            <a:br>
              <a:rPr lang="en" sz="1400">
                <a:latin typeface="Arial"/>
                <a:ea typeface="Arial"/>
                <a:cs typeface="Arial"/>
                <a:sym typeface="Arial"/>
              </a:rPr>
            </a:br>
            <a:r>
              <a:rPr lang="en" sz="1400">
                <a:latin typeface="Arial"/>
                <a:ea typeface="Arial"/>
                <a:cs typeface="Arial"/>
                <a:sym typeface="Arial"/>
              </a:rPr>
              <a:t>  alert(a); // alerts the given argument, not the global value of '1'</a:t>
            </a:r>
            <a:br>
              <a:rPr lang="en" sz="1400">
                <a:latin typeface="Arial"/>
                <a:ea typeface="Arial"/>
                <a:cs typeface="Arial"/>
                <a:sym typeface="Arial"/>
              </a:rPr>
            </a:br>
            <a:r>
              <a:rPr lang="en" sz="1400">
                <a:latin typeface="Arial"/>
                <a:ea typeface="Arial"/>
                <a:cs typeface="Arial"/>
                <a:sym typeface="Arial"/>
              </a:rPr>
              <a:t>}</a:t>
            </a:r>
            <a:br>
              <a:rPr lang="en" sz="1400">
                <a:latin typeface="Arial"/>
                <a:ea typeface="Arial"/>
                <a:cs typeface="Arial"/>
                <a:sym typeface="Arial"/>
              </a:rPr>
            </a:br>
            <a:br>
              <a:rPr lang="en" sz="1400">
                <a:latin typeface="Arial"/>
                <a:ea typeface="Arial"/>
                <a:cs typeface="Arial"/>
                <a:sym typeface="Arial"/>
              </a:rPr>
            </a:br>
            <a:r>
              <a:rPr lang="en" sz="1400">
                <a:latin typeface="Arial"/>
                <a:ea typeface="Arial"/>
                <a:cs typeface="Arial"/>
                <a:sym typeface="Arial"/>
              </a:rPr>
              <a:t>// local scope again</a:t>
            </a:r>
            <a:br>
              <a:rPr lang="en" sz="1400">
                <a:latin typeface="Arial"/>
                <a:ea typeface="Arial"/>
                <a:cs typeface="Arial"/>
                <a:sym typeface="Arial"/>
              </a:rPr>
            </a:br>
            <a:r>
              <a:rPr lang="en" sz="1400">
                <a:latin typeface="Arial"/>
                <a:ea typeface="Arial"/>
                <a:cs typeface="Arial"/>
                <a:sym typeface="Arial"/>
              </a:rPr>
              <a:t>function three() {</a:t>
            </a:r>
            <a:br>
              <a:rPr lang="en" sz="1400">
                <a:latin typeface="Arial"/>
                <a:ea typeface="Arial"/>
                <a:cs typeface="Arial"/>
                <a:sym typeface="Arial"/>
              </a:rPr>
            </a:br>
            <a:r>
              <a:rPr lang="en" sz="1400">
                <a:latin typeface="Arial"/>
                <a:ea typeface="Arial"/>
                <a:cs typeface="Arial"/>
                <a:sym typeface="Arial"/>
              </a:rPr>
              <a:t>  var a = 3;</a:t>
            </a:r>
            <a:br>
              <a:rPr lang="en" sz="1400">
                <a:latin typeface="Arial"/>
                <a:ea typeface="Arial"/>
                <a:cs typeface="Arial"/>
                <a:sym typeface="Arial"/>
              </a:rPr>
            </a:br>
            <a:r>
              <a:rPr lang="en" sz="1400">
                <a:latin typeface="Arial"/>
                <a:ea typeface="Arial"/>
                <a:cs typeface="Arial"/>
                <a:sym typeface="Arial"/>
              </a:rPr>
              <a:t>  alert(a); // alerts '3'</a:t>
            </a:r>
            <a:br>
              <a:rPr lang="en" sz="1400">
                <a:latin typeface="Arial"/>
                <a:ea typeface="Arial"/>
                <a:cs typeface="Arial"/>
                <a:sym typeface="Arial"/>
              </a:rPr>
            </a:br>
            <a:r>
              <a:rPr lang="en" sz="1400">
                <a:latin typeface="Arial"/>
                <a:ea typeface="Arial"/>
                <a:cs typeface="Arial"/>
                <a:sym typeface="Arial"/>
              </a:rPr>
              <a:t>}</a:t>
            </a:r>
            <a:endParaRPr sz="1400">
              <a:latin typeface="Arial"/>
              <a:ea typeface="Arial"/>
              <a:cs typeface="Arial"/>
              <a:sym typeface="Arial"/>
            </a:endParaRPr>
          </a:p>
          <a:p>
            <a:pPr indent="0" lvl="0" marL="0" rtl="0" algn="l">
              <a:spcBef>
                <a:spcPts val="480"/>
              </a:spcBef>
              <a:spcAft>
                <a:spcPts val="0"/>
              </a:spcAft>
              <a:buNone/>
            </a:pPr>
            <a:r>
              <a:t/>
            </a:r>
            <a:endParaRPr>
              <a:latin typeface="Arial"/>
              <a:ea typeface="Arial"/>
              <a:cs typeface="Arial"/>
              <a:sym typeface="Arial"/>
            </a:endParaRPr>
          </a:p>
        </p:txBody>
      </p:sp>
      <p:pic>
        <p:nvPicPr>
          <p:cNvPr id="238" name="Google Shape;238;p39"/>
          <p:cNvPicPr preferRelativeResize="0"/>
          <p:nvPr/>
        </p:nvPicPr>
        <p:blipFill>
          <a:blip r:embed="rId3">
            <a:alphaModFix/>
          </a:blip>
          <a:stretch>
            <a:fillRect/>
          </a:stretch>
        </p:blipFill>
        <p:spPr>
          <a:xfrm>
            <a:off x="6959275" y="116633"/>
            <a:ext cx="2009775" cy="438150"/>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2" name="Shape 242"/>
        <p:cNvGrpSpPr/>
        <p:nvPr/>
      </p:nvGrpSpPr>
      <p:grpSpPr>
        <a:xfrm>
          <a:off x="0" y="0"/>
          <a:ext cx="0" cy="0"/>
          <a:chOff x="0" y="0"/>
          <a:chExt cx="0" cy="0"/>
        </a:xfrm>
      </p:grpSpPr>
      <p:sp>
        <p:nvSpPr>
          <p:cNvPr id="243" name="Google Shape;243;p40"/>
          <p:cNvSpPr txBox="1"/>
          <p:nvPr>
            <p:ph type="title"/>
          </p:nvPr>
        </p:nvSpPr>
        <p:spPr>
          <a:xfrm>
            <a:off x="280559" y="247174"/>
            <a:ext cx="8564400" cy="447600"/>
          </a:xfrm>
          <a:prstGeom prst="rect">
            <a:avLst/>
          </a:prstGeom>
        </p:spPr>
        <p:txBody>
          <a:bodyPr anchorCtr="0" anchor="ctr" bIns="91425" lIns="91425" spcFirstLastPara="1" rIns="91425" wrap="square" tIns="91425">
            <a:noAutofit/>
          </a:bodyPr>
          <a:lstStyle/>
          <a:p>
            <a:pPr indent="0" lvl="0" marL="0" rtl="0" algn="l">
              <a:spcBef>
                <a:spcPts val="480"/>
              </a:spcBef>
              <a:spcAft>
                <a:spcPts val="0"/>
              </a:spcAft>
              <a:buClr>
                <a:schemeClr val="dk1"/>
              </a:buClr>
              <a:buSzPts val="1100"/>
              <a:buFont typeface="Arial"/>
              <a:buNone/>
            </a:pPr>
            <a:r>
              <a:rPr b="1" lang="en" sz="2400">
                <a:latin typeface="Trebuchet MS"/>
                <a:ea typeface="Trebuchet MS"/>
                <a:cs typeface="Trebuchet MS"/>
                <a:sym typeface="Trebuchet MS"/>
              </a:rPr>
              <a:t>Hoisting</a:t>
            </a:r>
            <a:r>
              <a:rPr b="1" lang="en" sz="2200">
                <a:latin typeface="Arial"/>
                <a:ea typeface="Arial"/>
                <a:cs typeface="Arial"/>
                <a:sym typeface="Arial"/>
              </a:rPr>
              <a:t> </a:t>
            </a:r>
            <a:endParaRPr b="1" sz="3900"/>
          </a:p>
        </p:txBody>
      </p:sp>
      <p:sp>
        <p:nvSpPr>
          <p:cNvPr id="244" name="Google Shape;244;p40"/>
          <p:cNvSpPr txBox="1"/>
          <p:nvPr>
            <p:ph idx="1" type="body"/>
          </p:nvPr>
        </p:nvSpPr>
        <p:spPr>
          <a:xfrm>
            <a:off x="280559" y="963628"/>
            <a:ext cx="8564400" cy="3630900"/>
          </a:xfrm>
          <a:prstGeom prst="rect">
            <a:avLst/>
          </a:prstGeom>
        </p:spPr>
        <p:txBody>
          <a:bodyPr anchorCtr="0" anchor="t" bIns="91425" lIns="91425" spcFirstLastPara="1" rIns="91425" wrap="square" tIns="91425">
            <a:noAutofit/>
          </a:bodyPr>
          <a:lstStyle/>
          <a:p>
            <a:pPr indent="0" lvl="0" marL="0" rtl="0" algn="l">
              <a:spcBef>
                <a:spcPts val="480"/>
              </a:spcBef>
              <a:spcAft>
                <a:spcPts val="0"/>
              </a:spcAft>
              <a:buNone/>
            </a:pPr>
            <a:r>
              <a:rPr b="1" lang="en" sz="1600">
                <a:latin typeface="Trebuchet MS"/>
                <a:ea typeface="Trebuchet MS"/>
                <a:cs typeface="Trebuchet MS"/>
                <a:sym typeface="Trebuchet MS"/>
              </a:rPr>
              <a:t>Hoisting</a:t>
            </a:r>
            <a:r>
              <a:rPr lang="en" sz="1600">
                <a:latin typeface="Trebuchet MS"/>
                <a:ea typeface="Trebuchet MS"/>
                <a:cs typeface="Trebuchet MS"/>
                <a:sym typeface="Trebuchet MS"/>
              </a:rPr>
              <a:t> is a behavior in JavaScript where variable and function declarations are moved to the top of their containing scope during the compile phase. This means you can use variables and functions in your code before they are declared.</a:t>
            </a:r>
            <a:endParaRPr sz="1600">
              <a:latin typeface="Trebuchet MS"/>
              <a:ea typeface="Trebuchet MS"/>
              <a:cs typeface="Trebuchet MS"/>
              <a:sym typeface="Trebuchet MS"/>
            </a:endParaRPr>
          </a:p>
          <a:p>
            <a:pPr indent="0" lvl="0" marL="0" rtl="0" algn="l">
              <a:spcBef>
                <a:spcPts val="480"/>
              </a:spcBef>
              <a:spcAft>
                <a:spcPts val="0"/>
              </a:spcAft>
              <a:buNone/>
            </a:pPr>
            <a:r>
              <a:t/>
            </a:r>
            <a:endParaRPr sz="1600">
              <a:latin typeface="Trebuchet MS"/>
              <a:ea typeface="Trebuchet MS"/>
              <a:cs typeface="Trebuchet MS"/>
              <a:sym typeface="Trebuchet MS"/>
            </a:endParaRPr>
          </a:p>
          <a:p>
            <a:pPr indent="0" lvl="0" marL="0" rtl="0" algn="l">
              <a:spcBef>
                <a:spcPts val="480"/>
              </a:spcBef>
              <a:spcAft>
                <a:spcPts val="0"/>
              </a:spcAft>
              <a:buNone/>
            </a:pPr>
            <a:r>
              <a:rPr b="1" lang="en" sz="1600">
                <a:latin typeface="Trebuchet MS"/>
                <a:ea typeface="Trebuchet MS"/>
                <a:cs typeface="Trebuchet MS"/>
                <a:sym typeface="Trebuchet MS"/>
              </a:rPr>
              <a:t>Example:-</a:t>
            </a:r>
            <a:r>
              <a:rPr lang="en" sz="1600">
                <a:latin typeface="Trebuchet MS"/>
                <a:ea typeface="Trebuchet MS"/>
                <a:cs typeface="Trebuchet MS"/>
                <a:sym typeface="Trebuchet MS"/>
              </a:rPr>
              <a:t> </a:t>
            </a:r>
            <a:endParaRPr sz="1600">
              <a:latin typeface="Trebuchet MS"/>
              <a:ea typeface="Trebuchet MS"/>
              <a:cs typeface="Trebuchet MS"/>
              <a:sym typeface="Trebuchet MS"/>
            </a:endParaRPr>
          </a:p>
          <a:p>
            <a:pPr indent="0" lvl="0" marL="0" rtl="0" algn="l">
              <a:spcBef>
                <a:spcPts val="480"/>
              </a:spcBef>
              <a:spcAft>
                <a:spcPts val="0"/>
              </a:spcAft>
              <a:buNone/>
            </a:pPr>
            <a:br>
              <a:rPr lang="en" sz="1600">
                <a:latin typeface="Trebuchet MS"/>
                <a:ea typeface="Trebuchet MS"/>
                <a:cs typeface="Trebuchet MS"/>
                <a:sym typeface="Trebuchet MS"/>
              </a:rPr>
            </a:br>
            <a:r>
              <a:rPr lang="en" sz="1400">
                <a:latin typeface="Trebuchet MS"/>
                <a:ea typeface="Trebuchet MS"/>
                <a:cs typeface="Trebuchet MS"/>
                <a:sym typeface="Trebuchet MS"/>
              </a:rPr>
              <a:t>function foo() {</a:t>
            </a:r>
            <a:endParaRPr sz="1400">
              <a:latin typeface="Trebuchet MS"/>
              <a:ea typeface="Trebuchet MS"/>
              <a:cs typeface="Trebuchet MS"/>
              <a:sym typeface="Trebuchet MS"/>
            </a:endParaRPr>
          </a:p>
          <a:p>
            <a:pPr indent="0" lvl="0" marL="0" rtl="0" algn="l">
              <a:spcBef>
                <a:spcPts val="480"/>
              </a:spcBef>
              <a:spcAft>
                <a:spcPts val="0"/>
              </a:spcAft>
              <a:buClr>
                <a:schemeClr val="dk1"/>
              </a:buClr>
              <a:buSzPts val="1100"/>
              <a:buFont typeface="Arial"/>
              <a:buNone/>
            </a:pPr>
            <a:r>
              <a:rPr lang="en" sz="1400">
                <a:latin typeface="Trebuchet MS"/>
                <a:ea typeface="Trebuchet MS"/>
                <a:cs typeface="Trebuchet MS"/>
                <a:sym typeface="Trebuchet MS"/>
              </a:rPr>
              <a:t>console.log(a);</a:t>
            </a:r>
            <a:endParaRPr sz="1400">
              <a:latin typeface="Trebuchet MS"/>
              <a:ea typeface="Trebuchet MS"/>
              <a:cs typeface="Trebuchet MS"/>
              <a:sym typeface="Trebuchet MS"/>
            </a:endParaRPr>
          </a:p>
          <a:p>
            <a:pPr indent="0" lvl="0" marL="0" rtl="0" algn="l">
              <a:spcBef>
                <a:spcPts val="480"/>
              </a:spcBef>
              <a:spcAft>
                <a:spcPts val="0"/>
              </a:spcAft>
              <a:buClr>
                <a:schemeClr val="dk1"/>
              </a:buClr>
              <a:buSzPts val="1100"/>
              <a:buFont typeface="Arial"/>
              <a:buNone/>
            </a:pPr>
            <a:r>
              <a:rPr lang="en" sz="1400">
                <a:latin typeface="Trebuchet MS"/>
                <a:ea typeface="Trebuchet MS"/>
                <a:cs typeface="Trebuchet MS"/>
                <a:sym typeface="Trebuchet MS"/>
              </a:rPr>
              <a:t>	var a = 20;</a:t>
            </a:r>
            <a:endParaRPr sz="1400">
              <a:latin typeface="Trebuchet MS"/>
              <a:ea typeface="Trebuchet MS"/>
              <a:cs typeface="Trebuchet MS"/>
              <a:sym typeface="Trebuchet MS"/>
            </a:endParaRPr>
          </a:p>
          <a:p>
            <a:pPr indent="0" lvl="0" marL="0" rtl="0" algn="l">
              <a:spcBef>
                <a:spcPts val="480"/>
              </a:spcBef>
              <a:spcAft>
                <a:spcPts val="0"/>
              </a:spcAft>
              <a:buClr>
                <a:schemeClr val="dk1"/>
              </a:buClr>
              <a:buSzPts val="1100"/>
              <a:buFont typeface="Arial"/>
              <a:buNone/>
            </a:pPr>
            <a:r>
              <a:rPr lang="en" sz="1400">
                <a:latin typeface="Trebuchet MS"/>
                <a:ea typeface="Trebuchet MS"/>
                <a:cs typeface="Trebuchet MS"/>
                <a:sym typeface="Trebuchet MS"/>
              </a:rPr>
              <a:t>console.log(a);</a:t>
            </a:r>
            <a:endParaRPr sz="1400">
              <a:latin typeface="Trebuchet MS"/>
              <a:ea typeface="Trebuchet MS"/>
              <a:cs typeface="Trebuchet MS"/>
              <a:sym typeface="Trebuchet MS"/>
            </a:endParaRPr>
          </a:p>
          <a:p>
            <a:pPr indent="0" lvl="0" marL="0" rtl="0" algn="l">
              <a:spcBef>
                <a:spcPts val="480"/>
              </a:spcBef>
              <a:spcAft>
                <a:spcPts val="0"/>
              </a:spcAft>
              <a:buClr>
                <a:schemeClr val="dk1"/>
              </a:buClr>
              <a:buSzPts val="1100"/>
              <a:buFont typeface="Arial"/>
              <a:buNone/>
            </a:pPr>
            <a:r>
              <a:rPr lang="en" sz="1400">
                <a:latin typeface="Trebuchet MS"/>
                <a:ea typeface="Trebuchet MS"/>
                <a:cs typeface="Trebuchet MS"/>
                <a:sym typeface="Trebuchet MS"/>
              </a:rPr>
              <a:t>}</a:t>
            </a:r>
            <a:endParaRPr sz="1400">
              <a:latin typeface="Trebuchet MS"/>
              <a:ea typeface="Trebuchet MS"/>
              <a:cs typeface="Trebuchet MS"/>
              <a:sym typeface="Trebuchet MS"/>
            </a:endParaRPr>
          </a:p>
          <a:p>
            <a:pPr indent="0" lvl="0" marL="0" rtl="0" algn="l">
              <a:spcBef>
                <a:spcPts val="480"/>
              </a:spcBef>
              <a:spcAft>
                <a:spcPts val="0"/>
              </a:spcAft>
              <a:buClr>
                <a:schemeClr val="dk1"/>
              </a:buClr>
              <a:buSzPts val="1100"/>
              <a:buFont typeface="Arial"/>
              <a:buNone/>
            </a:pPr>
            <a:r>
              <a:t/>
            </a:r>
            <a:endParaRPr sz="1600">
              <a:latin typeface="Trebuchet MS"/>
              <a:ea typeface="Trebuchet MS"/>
              <a:cs typeface="Trebuchet MS"/>
              <a:sym typeface="Trebuchet MS"/>
            </a:endParaRPr>
          </a:p>
          <a:p>
            <a:pPr indent="0" lvl="0" marL="0" rtl="0" algn="l">
              <a:spcBef>
                <a:spcPts val="480"/>
              </a:spcBef>
              <a:spcAft>
                <a:spcPts val="0"/>
              </a:spcAft>
              <a:buNone/>
            </a:pPr>
            <a:r>
              <a:t/>
            </a:r>
            <a:endParaRPr sz="1600">
              <a:latin typeface="Trebuchet MS"/>
              <a:ea typeface="Trebuchet MS"/>
              <a:cs typeface="Trebuchet MS"/>
              <a:sym typeface="Trebuchet MS"/>
            </a:endParaRPr>
          </a:p>
        </p:txBody>
      </p:sp>
      <p:pic>
        <p:nvPicPr>
          <p:cNvPr id="245" name="Google Shape;245;p40"/>
          <p:cNvPicPr preferRelativeResize="0"/>
          <p:nvPr/>
        </p:nvPicPr>
        <p:blipFill>
          <a:blip r:embed="rId3">
            <a:alphaModFix/>
          </a:blip>
          <a:stretch>
            <a:fillRect/>
          </a:stretch>
        </p:blipFill>
        <p:spPr>
          <a:xfrm>
            <a:off x="6959275" y="116633"/>
            <a:ext cx="2009775" cy="438150"/>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9" name="Shape 249"/>
        <p:cNvGrpSpPr/>
        <p:nvPr/>
      </p:nvGrpSpPr>
      <p:grpSpPr>
        <a:xfrm>
          <a:off x="0" y="0"/>
          <a:ext cx="0" cy="0"/>
          <a:chOff x="0" y="0"/>
          <a:chExt cx="0" cy="0"/>
        </a:xfrm>
      </p:grpSpPr>
      <p:sp>
        <p:nvSpPr>
          <p:cNvPr id="250" name="Google Shape;250;p41"/>
          <p:cNvSpPr txBox="1"/>
          <p:nvPr>
            <p:ph idx="1" type="body"/>
          </p:nvPr>
        </p:nvSpPr>
        <p:spPr>
          <a:xfrm>
            <a:off x="289800" y="765550"/>
            <a:ext cx="8564400" cy="3844800"/>
          </a:xfrm>
          <a:prstGeom prst="rect">
            <a:avLst/>
          </a:prstGeom>
        </p:spPr>
        <p:txBody>
          <a:bodyPr anchorCtr="0" anchor="t" bIns="91425" lIns="91425" spcFirstLastPara="1" rIns="91425" wrap="square" tIns="91425">
            <a:noAutofit/>
          </a:bodyPr>
          <a:lstStyle/>
          <a:p>
            <a:pPr indent="0" lvl="0" marL="0" rtl="0" algn="l">
              <a:spcBef>
                <a:spcPts val="360"/>
              </a:spcBef>
              <a:spcAft>
                <a:spcPts val="0"/>
              </a:spcAft>
              <a:buNone/>
            </a:pPr>
            <a:r>
              <a:rPr lang="en" sz="1400">
                <a:latin typeface="Trebuchet MS"/>
                <a:ea typeface="Trebuchet MS"/>
                <a:cs typeface="Trebuchet MS"/>
                <a:sym typeface="Trebuchet MS"/>
              </a:rPr>
              <a:t>JavaScript only hoists declarations, not initializations. The below two examples demonstrate the same behavior.</a:t>
            </a:r>
            <a:br>
              <a:rPr lang="en" sz="1400">
                <a:latin typeface="Trebuchet MS"/>
                <a:ea typeface="Trebuchet MS"/>
                <a:cs typeface="Trebuchet MS"/>
                <a:sym typeface="Trebuchet MS"/>
              </a:rPr>
            </a:br>
            <a:br>
              <a:rPr lang="en" sz="1400">
                <a:latin typeface="Trebuchet MS"/>
                <a:ea typeface="Trebuchet MS"/>
                <a:cs typeface="Trebuchet MS"/>
                <a:sym typeface="Trebuchet MS"/>
              </a:rPr>
            </a:br>
            <a:r>
              <a:rPr b="1" lang="en" sz="1400">
                <a:latin typeface="Trebuchet MS"/>
                <a:ea typeface="Trebuchet MS"/>
                <a:cs typeface="Trebuchet MS"/>
                <a:sym typeface="Trebuchet MS"/>
              </a:rPr>
              <a:t>Example:-</a:t>
            </a:r>
            <a:endParaRPr b="1" sz="1400">
              <a:latin typeface="Trebuchet MS"/>
              <a:ea typeface="Trebuchet MS"/>
              <a:cs typeface="Trebuchet MS"/>
              <a:sym typeface="Trebuchet MS"/>
            </a:endParaRPr>
          </a:p>
          <a:p>
            <a:pPr indent="0" lvl="0" marL="0" rtl="0" algn="l">
              <a:spcBef>
                <a:spcPts val="360"/>
              </a:spcBef>
              <a:spcAft>
                <a:spcPts val="0"/>
              </a:spcAft>
              <a:buClr>
                <a:schemeClr val="dk1"/>
              </a:buClr>
              <a:buSzPts val="1100"/>
              <a:buFont typeface="Arial"/>
              <a:buNone/>
            </a:pPr>
            <a:r>
              <a:rPr lang="en" sz="1300">
                <a:latin typeface="Trebuchet MS"/>
                <a:ea typeface="Trebuchet MS"/>
                <a:cs typeface="Trebuchet MS"/>
                <a:sym typeface="Trebuchet MS"/>
              </a:rPr>
              <a:t>console.log(message);</a:t>
            </a:r>
            <a:endParaRPr sz="1300">
              <a:latin typeface="Trebuchet MS"/>
              <a:ea typeface="Trebuchet MS"/>
              <a:cs typeface="Trebuchet MS"/>
              <a:sym typeface="Trebuchet MS"/>
            </a:endParaRPr>
          </a:p>
          <a:p>
            <a:pPr indent="0" lvl="0" marL="0" rtl="0" algn="l">
              <a:spcBef>
                <a:spcPts val="360"/>
              </a:spcBef>
              <a:spcAft>
                <a:spcPts val="0"/>
              </a:spcAft>
              <a:buClr>
                <a:schemeClr val="dk1"/>
              </a:buClr>
              <a:buSzPts val="1100"/>
              <a:buFont typeface="Arial"/>
              <a:buNone/>
            </a:pPr>
            <a:r>
              <a:rPr lang="en" sz="1300">
                <a:latin typeface="Trebuchet MS"/>
                <a:ea typeface="Trebuchet MS"/>
                <a:cs typeface="Trebuchet MS"/>
                <a:sym typeface="Trebuchet MS"/>
              </a:rPr>
              <a:t>greet();             </a:t>
            </a:r>
            <a:endParaRPr sz="1300">
              <a:latin typeface="Trebuchet MS"/>
              <a:ea typeface="Trebuchet MS"/>
              <a:cs typeface="Trebuchet MS"/>
              <a:sym typeface="Trebuchet MS"/>
            </a:endParaRPr>
          </a:p>
          <a:p>
            <a:pPr indent="0" lvl="0" marL="0" rtl="0" algn="l">
              <a:spcBef>
                <a:spcPts val="360"/>
              </a:spcBef>
              <a:spcAft>
                <a:spcPts val="0"/>
              </a:spcAft>
              <a:buClr>
                <a:schemeClr val="dk1"/>
              </a:buClr>
              <a:buSzPts val="1100"/>
              <a:buFont typeface="Arial"/>
              <a:buNone/>
            </a:pPr>
            <a:r>
              <a:t/>
            </a:r>
            <a:endParaRPr sz="1300">
              <a:latin typeface="Trebuchet MS"/>
              <a:ea typeface="Trebuchet MS"/>
              <a:cs typeface="Trebuchet MS"/>
              <a:sym typeface="Trebuchet MS"/>
            </a:endParaRPr>
          </a:p>
          <a:p>
            <a:pPr indent="0" lvl="0" marL="0" rtl="0" algn="l">
              <a:spcBef>
                <a:spcPts val="360"/>
              </a:spcBef>
              <a:spcAft>
                <a:spcPts val="0"/>
              </a:spcAft>
              <a:buClr>
                <a:schemeClr val="dk1"/>
              </a:buClr>
              <a:buSzPts val="1100"/>
              <a:buFont typeface="Arial"/>
              <a:buNone/>
            </a:pPr>
            <a:r>
              <a:rPr lang="en" sz="1300">
                <a:latin typeface="Trebuchet MS"/>
                <a:ea typeface="Trebuchet MS"/>
                <a:cs typeface="Trebuchet MS"/>
                <a:sym typeface="Trebuchet MS"/>
              </a:rPr>
              <a:t>var message = "Hi there!";</a:t>
            </a:r>
            <a:endParaRPr sz="1300">
              <a:latin typeface="Trebuchet MS"/>
              <a:ea typeface="Trebuchet MS"/>
              <a:cs typeface="Trebuchet MS"/>
              <a:sym typeface="Trebuchet MS"/>
            </a:endParaRPr>
          </a:p>
          <a:p>
            <a:pPr indent="0" lvl="0" marL="0" rtl="0" algn="l">
              <a:spcBef>
                <a:spcPts val="360"/>
              </a:spcBef>
              <a:spcAft>
                <a:spcPts val="0"/>
              </a:spcAft>
              <a:buClr>
                <a:schemeClr val="dk1"/>
              </a:buClr>
              <a:buSzPts val="1100"/>
              <a:buFont typeface="Arial"/>
              <a:buNone/>
            </a:pPr>
            <a:r>
              <a:t/>
            </a:r>
            <a:endParaRPr sz="1300">
              <a:latin typeface="Trebuchet MS"/>
              <a:ea typeface="Trebuchet MS"/>
              <a:cs typeface="Trebuchet MS"/>
              <a:sym typeface="Trebuchet MS"/>
            </a:endParaRPr>
          </a:p>
          <a:p>
            <a:pPr indent="0" lvl="0" marL="0" rtl="0" algn="l">
              <a:spcBef>
                <a:spcPts val="360"/>
              </a:spcBef>
              <a:spcAft>
                <a:spcPts val="0"/>
              </a:spcAft>
              <a:buClr>
                <a:schemeClr val="dk1"/>
              </a:buClr>
              <a:buSzPts val="1100"/>
              <a:buFont typeface="Arial"/>
              <a:buNone/>
            </a:pPr>
            <a:r>
              <a:rPr lang="en" sz="1300">
                <a:latin typeface="Trebuchet MS"/>
                <a:ea typeface="Trebuchet MS"/>
                <a:cs typeface="Trebuchet MS"/>
                <a:sym typeface="Trebuchet MS"/>
              </a:rPr>
              <a:t>function greet() {</a:t>
            </a:r>
            <a:endParaRPr sz="1300">
              <a:latin typeface="Trebuchet MS"/>
              <a:ea typeface="Trebuchet MS"/>
              <a:cs typeface="Trebuchet MS"/>
              <a:sym typeface="Trebuchet MS"/>
            </a:endParaRPr>
          </a:p>
          <a:p>
            <a:pPr indent="0" lvl="0" marL="0" rtl="0" algn="l">
              <a:spcBef>
                <a:spcPts val="360"/>
              </a:spcBef>
              <a:spcAft>
                <a:spcPts val="0"/>
              </a:spcAft>
              <a:buClr>
                <a:schemeClr val="dk1"/>
              </a:buClr>
              <a:buSzPts val="1100"/>
              <a:buFont typeface="Arial"/>
              <a:buNone/>
            </a:pPr>
            <a:r>
              <a:rPr lang="en" sz="1300">
                <a:latin typeface="Trebuchet MS"/>
                <a:ea typeface="Trebuchet MS"/>
                <a:cs typeface="Trebuchet MS"/>
                <a:sym typeface="Trebuchet MS"/>
              </a:rPr>
              <a:t>  console.log("Hello, World!");</a:t>
            </a:r>
            <a:endParaRPr sz="1300">
              <a:latin typeface="Trebuchet MS"/>
              <a:ea typeface="Trebuchet MS"/>
              <a:cs typeface="Trebuchet MS"/>
              <a:sym typeface="Trebuchet MS"/>
            </a:endParaRPr>
          </a:p>
          <a:p>
            <a:pPr indent="0" lvl="0" marL="0" rtl="0" algn="l">
              <a:spcBef>
                <a:spcPts val="360"/>
              </a:spcBef>
              <a:spcAft>
                <a:spcPts val="0"/>
              </a:spcAft>
              <a:buClr>
                <a:schemeClr val="dk1"/>
              </a:buClr>
              <a:buSzPts val="1100"/>
              <a:buFont typeface="Arial"/>
              <a:buNone/>
            </a:pPr>
            <a:r>
              <a:rPr lang="en" sz="1300">
                <a:latin typeface="Trebuchet MS"/>
                <a:ea typeface="Trebuchet MS"/>
                <a:cs typeface="Trebuchet MS"/>
                <a:sym typeface="Trebuchet MS"/>
              </a:rPr>
              <a:t>}</a:t>
            </a:r>
            <a:endParaRPr sz="1300">
              <a:latin typeface="Trebuchet MS"/>
              <a:ea typeface="Trebuchet MS"/>
              <a:cs typeface="Trebuchet MS"/>
              <a:sym typeface="Trebuchet MS"/>
            </a:endParaRPr>
          </a:p>
          <a:p>
            <a:pPr indent="0" lvl="0" marL="0" rtl="0" algn="l">
              <a:spcBef>
                <a:spcPts val="360"/>
              </a:spcBef>
              <a:spcAft>
                <a:spcPts val="0"/>
              </a:spcAft>
              <a:buClr>
                <a:schemeClr val="dk1"/>
              </a:buClr>
              <a:buSzPts val="1100"/>
              <a:buFont typeface="Arial"/>
              <a:buNone/>
            </a:pPr>
            <a:r>
              <a:t/>
            </a:r>
            <a:endParaRPr sz="1300">
              <a:latin typeface="Trebuchet MS"/>
              <a:ea typeface="Trebuchet MS"/>
              <a:cs typeface="Trebuchet MS"/>
              <a:sym typeface="Trebuchet MS"/>
            </a:endParaRPr>
          </a:p>
          <a:p>
            <a:pPr indent="0" lvl="0" marL="0" rtl="0" algn="l">
              <a:spcBef>
                <a:spcPts val="360"/>
              </a:spcBef>
              <a:spcAft>
                <a:spcPts val="0"/>
              </a:spcAft>
              <a:buClr>
                <a:schemeClr val="dk1"/>
              </a:buClr>
              <a:buSzPts val="1100"/>
              <a:buFont typeface="Arial"/>
              <a:buNone/>
            </a:pPr>
            <a:r>
              <a:rPr lang="en" sz="1300">
                <a:latin typeface="Trebuchet MS"/>
                <a:ea typeface="Trebuchet MS"/>
                <a:cs typeface="Trebuchet MS"/>
                <a:sym typeface="Trebuchet MS"/>
              </a:rPr>
              <a:t>console.log(message); </a:t>
            </a:r>
            <a:endParaRPr sz="1300">
              <a:latin typeface="Trebuchet MS"/>
              <a:ea typeface="Trebuchet MS"/>
              <a:cs typeface="Trebuchet MS"/>
              <a:sym typeface="Trebuchet MS"/>
            </a:endParaRPr>
          </a:p>
          <a:p>
            <a:pPr indent="0" lvl="0" marL="0" rtl="0" algn="l">
              <a:spcBef>
                <a:spcPts val="360"/>
              </a:spcBef>
              <a:spcAft>
                <a:spcPts val="0"/>
              </a:spcAft>
              <a:buNone/>
            </a:pPr>
            <a:r>
              <a:t/>
            </a:r>
            <a:endParaRPr sz="1400">
              <a:latin typeface="Trebuchet MS"/>
              <a:ea typeface="Trebuchet MS"/>
              <a:cs typeface="Trebuchet MS"/>
              <a:sym typeface="Trebuchet MS"/>
            </a:endParaRPr>
          </a:p>
        </p:txBody>
      </p:sp>
      <p:sp>
        <p:nvSpPr>
          <p:cNvPr id="251" name="Google Shape;251;p41"/>
          <p:cNvSpPr txBox="1"/>
          <p:nvPr>
            <p:ph type="title"/>
          </p:nvPr>
        </p:nvSpPr>
        <p:spPr>
          <a:xfrm>
            <a:off x="280559" y="247174"/>
            <a:ext cx="8564400" cy="447600"/>
          </a:xfrm>
          <a:prstGeom prst="rect">
            <a:avLst/>
          </a:prstGeom>
        </p:spPr>
        <p:txBody>
          <a:bodyPr anchorCtr="0" anchor="ctr" bIns="91425" lIns="91425" spcFirstLastPara="1" rIns="91425" wrap="square" tIns="91425">
            <a:noAutofit/>
          </a:bodyPr>
          <a:lstStyle/>
          <a:p>
            <a:pPr indent="0" lvl="0" marL="0" rtl="0" algn="l">
              <a:spcBef>
                <a:spcPts val="480"/>
              </a:spcBef>
              <a:spcAft>
                <a:spcPts val="0"/>
              </a:spcAft>
              <a:buNone/>
            </a:pPr>
            <a:r>
              <a:rPr b="1" lang="en" sz="2400">
                <a:latin typeface="Trebuchet MS"/>
                <a:ea typeface="Trebuchet MS"/>
                <a:cs typeface="Trebuchet MS"/>
                <a:sym typeface="Trebuchet MS"/>
              </a:rPr>
              <a:t>Hoisting</a:t>
            </a:r>
            <a:r>
              <a:rPr b="1" lang="en" sz="2200">
                <a:latin typeface="Arial"/>
                <a:ea typeface="Arial"/>
                <a:cs typeface="Arial"/>
                <a:sym typeface="Arial"/>
              </a:rPr>
              <a:t> </a:t>
            </a:r>
            <a:endParaRPr b="1" sz="3900"/>
          </a:p>
        </p:txBody>
      </p:sp>
      <p:pic>
        <p:nvPicPr>
          <p:cNvPr id="252" name="Google Shape;252;p41"/>
          <p:cNvPicPr preferRelativeResize="0"/>
          <p:nvPr/>
        </p:nvPicPr>
        <p:blipFill>
          <a:blip r:embed="rId3">
            <a:alphaModFix/>
          </a:blip>
          <a:stretch>
            <a:fillRect/>
          </a:stretch>
        </p:blipFill>
        <p:spPr>
          <a:xfrm>
            <a:off x="6959275" y="116633"/>
            <a:ext cx="2009775" cy="438150"/>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6" name="Shape 256"/>
        <p:cNvGrpSpPr/>
        <p:nvPr/>
      </p:nvGrpSpPr>
      <p:grpSpPr>
        <a:xfrm>
          <a:off x="0" y="0"/>
          <a:ext cx="0" cy="0"/>
          <a:chOff x="0" y="0"/>
          <a:chExt cx="0" cy="0"/>
        </a:xfrm>
      </p:grpSpPr>
      <p:sp>
        <p:nvSpPr>
          <p:cNvPr id="257" name="Google Shape;257;p42"/>
          <p:cNvSpPr txBox="1"/>
          <p:nvPr>
            <p:ph type="title"/>
          </p:nvPr>
        </p:nvSpPr>
        <p:spPr>
          <a:xfrm>
            <a:off x="280559" y="334899"/>
            <a:ext cx="8564400" cy="4476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b="1" lang="en">
                <a:latin typeface="Trebuchet MS"/>
                <a:ea typeface="Trebuchet MS"/>
                <a:cs typeface="Trebuchet MS"/>
                <a:sym typeface="Trebuchet MS"/>
              </a:rPr>
              <a:t>This Keyword</a:t>
            </a:r>
            <a:endParaRPr b="1">
              <a:latin typeface="Trebuchet MS"/>
              <a:ea typeface="Trebuchet MS"/>
              <a:cs typeface="Trebuchet MS"/>
              <a:sym typeface="Trebuchet MS"/>
            </a:endParaRPr>
          </a:p>
        </p:txBody>
      </p:sp>
      <p:sp>
        <p:nvSpPr>
          <p:cNvPr id="258" name="Google Shape;258;p42"/>
          <p:cNvSpPr txBox="1"/>
          <p:nvPr>
            <p:ph idx="1" type="body"/>
          </p:nvPr>
        </p:nvSpPr>
        <p:spPr>
          <a:xfrm>
            <a:off x="280559" y="963628"/>
            <a:ext cx="8564400" cy="3630900"/>
          </a:xfrm>
          <a:prstGeom prst="rect">
            <a:avLst/>
          </a:prstGeom>
        </p:spPr>
        <p:txBody>
          <a:bodyPr anchorCtr="0" anchor="t" bIns="91425" lIns="91425" spcFirstLastPara="1" rIns="91425" wrap="square" tIns="91425">
            <a:noAutofit/>
          </a:bodyPr>
          <a:lstStyle/>
          <a:p>
            <a:pPr indent="-317500" lvl="0" marL="457200" rtl="0" algn="l">
              <a:spcBef>
                <a:spcPts val="360"/>
              </a:spcBef>
              <a:spcAft>
                <a:spcPts val="0"/>
              </a:spcAft>
              <a:buClr>
                <a:schemeClr val="dk1"/>
              </a:buClr>
              <a:buSzPts val="1400"/>
              <a:buFont typeface="Trebuchet MS"/>
              <a:buAutoNum type="arabicPeriod"/>
            </a:pPr>
            <a:r>
              <a:rPr lang="en" sz="1400">
                <a:latin typeface="Trebuchet MS"/>
                <a:ea typeface="Trebuchet MS"/>
                <a:cs typeface="Trebuchet MS"/>
                <a:sym typeface="Trebuchet MS"/>
              </a:rPr>
              <a:t>In JavaScript, the thing called this, is the object that "owns" the current code.</a:t>
            </a:r>
            <a:endParaRPr sz="1400">
              <a:latin typeface="Trebuchet MS"/>
              <a:ea typeface="Trebuchet MS"/>
              <a:cs typeface="Trebuchet MS"/>
              <a:sym typeface="Trebuchet MS"/>
            </a:endParaRPr>
          </a:p>
          <a:p>
            <a:pPr indent="-317500" lvl="0" marL="457200" rtl="0" algn="l">
              <a:spcBef>
                <a:spcPts val="0"/>
              </a:spcBef>
              <a:spcAft>
                <a:spcPts val="0"/>
              </a:spcAft>
              <a:buClr>
                <a:schemeClr val="dk1"/>
              </a:buClr>
              <a:buSzPts val="1400"/>
              <a:buFont typeface="Trebuchet MS"/>
              <a:buAutoNum type="arabicPeriod"/>
            </a:pPr>
            <a:r>
              <a:rPr lang="en" sz="1400">
                <a:latin typeface="Trebuchet MS"/>
                <a:ea typeface="Trebuchet MS"/>
                <a:cs typeface="Trebuchet MS"/>
                <a:sym typeface="Trebuchet MS"/>
              </a:rPr>
              <a:t>The value of this, when used in a function, is the object that "owns" the function.</a:t>
            </a:r>
            <a:endParaRPr sz="1400">
              <a:latin typeface="Trebuchet MS"/>
              <a:ea typeface="Trebuchet MS"/>
              <a:cs typeface="Trebuchet MS"/>
              <a:sym typeface="Trebuchet MS"/>
            </a:endParaRPr>
          </a:p>
          <a:p>
            <a:pPr indent="-317500" lvl="0" marL="457200" rtl="0" algn="l">
              <a:spcBef>
                <a:spcPts val="0"/>
              </a:spcBef>
              <a:spcAft>
                <a:spcPts val="0"/>
              </a:spcAft>
              <a:buClr>
                <a:schemeClr val="dk1"/>
              </a:buClr>
              <a:buSzPts val="1400"/>
              <a:buFont typeface="Trebuchet MS"/>
              <a:buAutoNum type="arabicPeriod"/>
            </a:pPr>
            <a:r>
              <a:rPr lang="en" sz="1400">
                <a:latin typeface="Trebuchet MS"/>
                <a:ea typeface="Trebuchet MS"/>
                <a:cs typeface="Trebuchet MS"/>
                <a:sym typeface="Trebuchet MS"/>
              </a:rPr>
              <a:t>When a function is called without an owner object, the value of this becomes the global object.</a:t>
            </a:r>
            <a:endParaRPr sz="1400">
              <a:latin typeface="Trebuchet MS"/>
              <a:ea typeface="Trebuchet MS"/>
              <a:cs typeface="Trebuchet MS"/>
              <a:sym typeface="Trebuchet MS"/>
            </a:endParaRPr>
          </a:p>
          <a:p>
            <a:pPr indent="0" lvl="0" marL="457200" rtl="0" algn="l">
              <a:spcBef>
                <a:spcPts val="360"/>
              </a:spcBef>
              <a:spcAft>
                <a:spcPts val="0"/>
              </a:spcAft>
              <a:buClr>
                <a:schemeClr val="dk1"/>
              </a:buClr>
              <a:buSzPts val="1100"/>
              <a:buFont typeface="Arial"/>
              <a:buNone/>
            </a:pPr>
            <a:r>
              <a:rPr lang="en" sz="1400">
                <a:latin typeface="Trebuchet MS"/>
                <a:ea typeface="Trebuchet MS"/>
                <a:cs typeface="Trebuchet MS"/>
                <a:sym typeface="Trebuchet MS"/>
              </a:rPr>
              <a:t>var x = myFunction();            // x will be the window object</a:t>
            </a:r>
            <a:endParaRPr sz="1400">
              <a:latin typeface="Trebuchet MS"/>
              <a:ea typeface="Trebuchet MS"/>
              <a:cs typeface="Trebuchet MS"/>
              <a:sym typeface="Trebuchet MS"/>
            </a:endParaRPr>
          </a:p>
          <a:p>
            <a:pPr indent="0" lvl="0" marL="457200" rtl="0" algn="l">
              <a:spcBef>
                <a:spcPts val="360"/>
              </a:spcBef>
              <a:spcAft>
                <a:spcPts val="0"/>
              </a:spcAft>
              <a:buClr>
                <a:schemeClr val="dk1"/>
              </a:buClr>
              <a:buSzPts val="1100"/>
              <a:buFont typeface="Arial"/>
              <a:buNone/>
            </a:pPr>
            <a:r>
              <a:rPr lang="en" sz="1400">
                <a:latin typeface="Trebuchet MS"/>
                <a:ea typeface="Trebuchet MS"/>
                <a:cs typeface="Trebuchet MS"/>
                <a:sym typeface="Trebuchet MS"/>
              </a:rPr>
              <a:t>function myFunction() {</a:t>
            </a:r>
            <a:endParaRPr sz="1400">
              <a:latin typeface="Trebuchet MS"/>
              <a:ea typeface="Trebuchet MS"/>
              <a:cs typeface="Trebuchet MS"/>
              <a:sym typeface="Trebuchet MS"/>
            </a:endParaRPr>
          </a:p>
          <a:p>
            <a:pPr indent="0" lvl="0" marL="457200" rtl="0" algn="l">
              <a:spcBef>
                <a:spcPts val="360"/>
              </a:spcBef>
              <a:spcAft>
                <a:spcPts val="0"/>
              </a:spcAft>
              <a:buClr>
                <a:schemeClr val="dk1"/>
              </a:buClr>
              <a:buSzPts val="1100"/>
              <a:buFont typeface="Arial"/>
              <a:buNone/>
            </a:pPr>
            <a:r>
              <a:rPr lang="en" sz="1400">
                <a:latin typeface="Trebuchet MS"/>
                <a:ea typeface="Trebuchet MS"/>
                <a:cs typeface="Trebuchet MS"/>
                <a:sym typeface="Trebuchet MS"/>
              </a:rPr>
              <a:t>  return this;</a:t>
            </a:r>
            <a:endParaRPr sz="1400">
              <a:latin typeface="Trebuchet MS"/>
              <a:ea typeface="Trebuchet MS"/>
              <a:cs typeface="Trebuchet MS"/>
              <a:sym typeface="Trebuchet MS"/>
            </a:endParaRPr>
          </a:p>
          <a:p>
            <a:pPr indent="0" lvl="0" marL="457200" rtl="0" algn="l">
              <a:spcBef>
                <a:spcPts val="360"/>
              </a:spcBef>
              <a:spcAft>
                <a:spcPts val="0"/>
              </a:spcAft>
              <a:buNone/>
            </a:pPr>
            <a:r>
              <a:rPr lang="en" sz="1400">
                <a:latin typeface="Trebuchet MS"/>
                <a:ea typeface="Trebuchet MS"/>
                <a:cs typeface="Trebuchet MS"/>
                <a:sym typeface="Trebuchet MS"/>
              </a:rPr>
              <a:t>}</a:t>
            </a:r>
            <a:endParaRPr sz="2800">
              <a:latin typeface="Trebuchet MS"/>
              <a:ea typeface="Trebuchet MS"/>
              <a:cs typeface="Trebuchet MS"/>
              <a:sym typeface="Trebuchet MS"/>
            </a:endParaRPr>
          </a:p>
        </p:txBody>
      </p:sp>
      <p:pic>
        <p:nvPicPr>
          <p:cNvPr id="259" name="Google Shape;259;p42"/>
          <p:cNvPicPr preferRelativeResize="0"/>
          <p:nvPr/>
        </p:nvPicPr>
        <p:blipFill>
          <a:blip r:embed="rId3">
            <a:alphaModFix/>
          </a:blip>
          <a:stretch>
            <a:fillRect/>
          </a:stretch>
        </p:blipFill>
        <p:spPr>
          <a:xfrm>
            <a:off x="6959275" y="116633"/>
            <a:ext cx="2009775" cy="438150"/>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3" name="Shape 263"/>
        <p:cNvGrpSpPr/>
        <p:nvPr/>
      </p:nvGrpSpPr>
      <p:grpSpPr>
        <a:xfrm>
          <a:off x="0" y="0"/>
          <a:ext cx="0" cy="0"/>
          <a:chOff x="0" y="0"/>
          <a:chExt cx="0" cy="0"/>
        </a:xfrm>
      </p:grpSpPr>
      <p:sp>
        <p:nvSpPr>
          <p:cNvPr id="264" name="Google Shape;264;p43"/>
          <p:cNvSpPr txBox="1"/>
          <p:nvPr>
            <p:ph type="title"/>
          </p:nvPr>
        </p:nvSpPr>
        <p:spPr>
          <a:xfrm>
            <a:off x="280559" y="516024"/>
            <a:ext cx="8564400" cy="4476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b="1" lang="en" sz="2400">
                <a:latin typeface="Trebuchet MS"/>
                <a:ea typeface="Trebuchet MS"/>
                <a:cs typeface="Trebuchet MS"/>
                <a:sym typeface="Trebuchet MS"/>
              </a:rPr>
              <a:t>HTML5 APIs (Local,Session Storage and Cookies)</a:t>
            </a:r>
            <a:endParaRPr b="1" sz="2400">
              <a:latin typeface="Trebuchet MS"/>
              <a:ea typeface="Trebuchet MS"/>
              <a:cs typeface="Trebuchet MS"/>
              <a:sym typeface="Trebuchet MS"/>
            </a:endParaRPr>
          </a:p>
        </p:txBody>
      </p:sp>
      <p:sp>
        <p:nvSpPr>
          <p:cNvPr id="265" name="Google Shape;265;p43"/>
          <p:cNvSpPr txBox="1"/>
          <p:nvPr>
            <p:ph idx="1" type="body"/>
          </p:nvPr>
        </p:nvSpPr>
        <p:spPr>
          <a:xfrm>
            <a:off x="289809" y="1051353"/>
            <a:ext cx="8564400" cy="3630900"/>
          </a:xfrm>
          <a:prstGeom prst="rect">
            <a:avLst/>
          </a:prstGeom>
        </p:spPr>
        <p:txBody>
          <a:bodyPr anchorCtr="0" anchor="t" bIns="91425" lIns="91425" spcFirstLastPara="1" rIns="91425" wrap="square" tIns="91425">
            <a:noAutofit/>
          </a:bodyPr>
          <a:lstStyle/>
          <a:p>
            <a:pPr indent="0" lvl="0" marL="0" rtl="0" algn="l">
              <a:lnSpc>
                <a:spcPct val="115000"/>
              </a:lnSpc>
              <a:spcBef>
                <a:spcPts val="1400"/>
              </a:spcBef>
              <a:spcAft>
                <a:spcPts val="0"/>
              </a:spcAft>
              <a:buClr>
                <a:schemeClr val="dk1"/>
              </a:buClr>
              <a:buSzPts val="1100"/>
              <a:buFont typeface="Arial"/>
              <a:buNone/>
            </a:pPr>
            <a:r>
              <a:rPr b="1" lang="en" sz="1400">
                <a:latin typeface="Trebuchet MS"/>
                <a:ea typeface="Trebuchet MS"/>
                <a:cs typeface="Trebuchet MS"/>
                <a:sym typeface="Trebuchet MS"/>
              </a:rPr>
              <a:t>Local Storage</a:t>
            </a:r>
            <a:endParaRPr b="1" sz="1400">
              <a:latin typeface="Trebuchet MS"/>
              <a:ea typeface="Trebuchet MS"/>
              <a:cs typeface="Trebuchet MS"/>
              <a:sym typeface="Trebuchet MS"/>
            </a:endParaRPr>
          </a:p>
          <a:p>
            <a:pPr indent="0" lvl="0" marL="0" rtl="0" algn="l">
              <a:lnSpc>
                <a:spcPct val="115000"/>
              </a:lnSpc>
              <a:spcBef>
                <a:spcPts val="1200"/>
              </a:spcBef>
              <a:spcAft>
                <a:spcPts val="0"/>
              </a:spcAft>
              <a:buClr>
                <a:schemeClr val="dk1"/>
              </a:buClr>
              <a:buSzPts val="1100"/>
              <a:buFont typeface="Arial"/>
              <a:buNone/>
            </a:pPr>
            <a:r>
              <a:rPr b="1" lang="en" sz="1400">
                <a:latin typeface="Trebuchet MS"/>
                <a:ea typeface="Trebuchet MS"/>
                <a:cs typeface="Trebuchet MS"/>
                <a:sym typeface="Trebuchet MS"/>
              </a:rPr>
              <a:t>Features:</a:t>
            </a:r>
            <a:endParaRPr b="1" sz="1400">
              <a:latin typeface="Trebuchet MS"/>
              <a:ea typeface="Trebuchet MS"/>
              <a:cs typeface="Trebuchet MS"/>
              <a:sym typeface="Trebuchet MS"/>
            </a:endParaRPr>
          </a:p>
          <a:p>
            <a:pPr indent="-317500" lvl="0" marL="457200" rtl="0" algn="l">
              <a:lnSpc>
                <a:spcPct val="115000"/>
              </a:lnSpc>
              <a:spcBef>
                <a:spcPts val="1200"/>
              </a:spcBef>
              <a:spcAft>
                <a:spcPts val="0"/>
              </a:spcAft>
              <a:buSzPts val="1400"/>
              <a:buChar char="●"/>
            </a:pPr>
            <a:r>
              <a:rPr lang="en" sz="1400">
                <a:latin typeface="Trebuchet MS"/>
                <a:ea typeface="Trebuchet MS"/>
                <a:cs typeface="Trebuchet MS"/>
                <a:sym typeface="Trebuchet MS"/>
              </a:rPr>
              <a:t>Stores data </a:t>
            </a:r>
            <a:r>
              <a:rPr b="1" lang="en" sz="1400">
                <a:latin typeface="Trebuchet MS"/>
                <a:ea typeface="Trebuchet MS"/>
                <a:cs typeface="Trebuchet MS"/>
                <a:sym typeface="Trebuchet MS"/>
              </a:rPr>
              <a:t>persistently</a:t>
            </a:r>
            <a:r>
              <a:rPr lang="en" sz="1400">
                <a:latin typeface="Trebuchet MS"/>
                <a:ea typeface="Trebuchet MS"/>
                <a:cs typeface="Trebuchet MS"/>
                <a:sym typeface="Trebuchet MS"/>
              </a:rPr>
              <a:t> in the browser.</a:t>
            </a:r>
            <a:endParaRPr sz="1400">
              <a:latin typeface="Trebuchet MS"/>
              <a:ea typeface="Trebuchet MS"/>
              <a:cs typeface="Trebuchet MS"/>
              <a:sym typeface="Trebuchet MS"/>
            </a:endParaRPr>
          </a:p>
          <a:p>
            <a:pPr indent="-317500" lvl="0" marL="457200" rtl="0" algn="l">
              <a:lnSpc>
                <a:spcPct val="115000"/>
              </a:lnSpc>
              <a:spcBef>
                <a:spcPts val="0"/>
              </a:spcBef>
              <a:spcAft>
                <a:spcPts val="0"/>
              </a:spcAft>
              <a:buSzPts val="1400"/>
              <a:buFont typeface="Trebuchet MS"/>
              <a:buChar char="●"/>
            </a:pPr>
            <a:r>
              <a:rPr lang="en" sz="1400">
                <a:latin typeface="Trebuchet MS"/>
                <a:ea typeface="Trebuchet MS"/>
                <a:cs typeface="Trebuchet MS"/>
                <a:sym typeface="Trebuchet MS"/>
              </a:rPr>
              <a:t>Key-value pairs format.</a:t>
            </a:r>
            <a:endParaRPr sz="1400">
              <a:latin typeface="Trebuchet MS"/>
              <a:ea typeface="Trebuchet MS"/>
              <a:cs typeface="Trebuchet MS"/>
              <a:sym typeface="Trebuchet MS"/>
            </a:endParaRPr>
          </a:p>
          <a:p>
            <a:pPr indent="-317500" lvl="0" marL="457200" rtl="0" algn="l">
              <a:lnSpc>
                <a:spcPct val="115000"/>
              </a:lnSpc>
              <a:spcBef>
                <a:spcPts val="0"/>
              </a:spcBef>
              <a:spcAft>
                <a:spcPts val="0"/>
              </a:spcAft>
              <a:buSzPts val="1400"/>
              <a:buChar char="●"/>
            </a:pPr>
            <a:r>
              <a:rPr lang="en" sz="1400">
                <a:latin typeface="Trebuchet MS"/>
                <a:ea typeface="Trebuchet MS"/>
                <a:cs typeface="Trebuchet MS"/>
                <a:sym typeface="Trebuchet MS"/>
              </a:rPr>
              <a:t>Data is </a:t>
            </a:r>
            <a:r>
              <a:rPr b="1" lang="en" sz="1400">
                <a:latin typeface="Trebuchet MS"/>
                <a:ea typeface="Trebuchet MS"/>
                <a:cs typeface="Trebuchet MS"/>
                <a:sym typeface="Trebuchet MS"/>
              </a:rPr>
              <a:t>not deleted</a:t>
            </a:r>
            <a:r>
              <a:rPr lang="en" sz="1400">
                <a:latin typeface="Trebuchet MS"/>
                <a:ea typeface="Trebuchet MS"/>
                <a:cs typeface="Trebuchet MS"/>
                <a:sym typeface="Trebuchet MS"/>
              </a:rPr>
              <a:t> when the browser is closed.</a:t>
            </a:r>
            <a:endParaRPr sz="1400">
              <a:latin typeface="Trebuchet MS"/>
              <a:ea typeface="Trebuchet MS"/>
              <a:cs typeface="Trebuchet MS"/>
              <a:sym typeface="Trebuchet MS"/>
            </a:endParaRPr>
          </a:p>
          <a:p>
            <a:pPr indent="0" lvl="0" marL="0" rtl="0" algn="l">
              <a:spcBef>
                <a:spcPts val="1200"/>
              </a:spcBef>
              <a:spcAft>
                <a:spcPts val="0"/>
              </a:spcAft>
              <a:buNone/>
            </a:pPr>
            <a:r>
              <a:rPr lang="en" sz="1400">
                <a:latin typeface="Trebuchet MS"/>
                <a:ea typeface="Trebuchet MS"/>
                <a:cs typeface="Trebuchet MS"/>
                <a:sym typeface="Trebuchet MS"/>
              </a:rPr>
              <a:t>localStorage.setItem('key', 'value'); // Save</a:t>
            </a:r>
            <a:endParaRPr sz="1400">
              <a:latin typeface="Trebuchet MS"/>
              <a:ea typeface="Trebuchet MS"/>
              <a:cs typeface="Trebuchet MS"/>
              <a:sym typeface="Trebuchet MS"/>
            </a:endParaRPr>
          </a:p>
          <a:p>
            <a:pPr indent="0" lvl="0" marL="0" rtl="0" algn="l">
              <a:spcBef>
                <a:spcPts val="360"/>
              </a:spcBef>
              <a:spcAft>
                <a:spcPts val="0"/>
              </a:spcAft>
              <a:buNone/>
            </a:pPr>
            <a:r>
              <a:rPr lang="en" sz="1400">
                <a:latin typeface="Trebuchet MS"/>
                <a:ea typeface="Trebuchet MS"/>
                <a:cs typeface="Trebuchet MS"/>
                <a:sym typeface="Trebuchet MS"/>
              </a:rPr>
              <a:t>var data = localStorage.getItem('key'); // Retrieve</a:t>
            </a:r>
            <a:endParaRPr sz="1400">
              <a:latin typeface="Trebuchet MS"/>
              <a:ea typeface="Trebuchet MS"/>
              <a:cs typeface="Trebuchet MS"/>
              <a:sym typeface="Trebuchet MS"/>
            </a:endParaRPr>
          </a:p>
          <a:p>
            <a:pPr indent="0" lvl="0" marL="0" rtl="0" algn="l">
              <a:spcBef>
                <a:spcPts val="360"/>
              </a:spcBef>
              <a:spcAft>
                <a:spcPts val="0"/>
              </a:spcAft>
              <a:buNone/>
            </a:pPr>
            <a:r>
              <a:rPr lang="en" sz="1400">
                <a:latin typeface="Trebuchet MS"/>
                <a:ea typeface="Trebuchet MS"/>
                <a:cs typeface="Trebuchet MS"/>
                <a:sym typeface="Trebuchet MS"/>
              </a:rPr>
              <a:t>localStorage.removeItem('key'); // Remove</a:t>
            </a:r>
            <a:endParaRPr sz="1400">
              <a:latin typeface="Trebuchet MS"/>
              <a:ea typeface="Trebuchet MS"/>
              <a:cs typeface="Trebuchet MS"/>
              <a:sym typeface="Trebuchet MS"/>
            </a:endParaRPr>
          </a:p>
          <a:p>
            <a:pPr indent="0" lvl="0" marL="0" rtl="0" algn="l">
              <a:spcBef>
                <a:spcPts val="360"/>
              </a:spcBef>
              <a:spcAft>
                <a:spcPts val="0"/>
              </a:spcAft>
              <a:buNone/>
            </a:pPr>
            <a:r>
              <a:rPr lang="en" sz="1400">
                <a:latin typeface="Trebuchet MS"/>
                <a:ea typeface="Trebuchet MS"/>
                <a:cs typeface="Trebuchet MS"/>
                <a:sym typeface="Trebuchet MS"/>
              </a:rPr>
              <a:t>localStorage.clear(); // Clear all</a:t>
            </a:r>
            <a:endParaRPr sz="1400">
              <a:latin typeface="Trebuchet MS"/>
              <a:ea typeface="Trebuchet MS"/>
              <a:cs typeface="Trebuchet MS"/>
              <a:sym typeface="Trebuchet MS"/>
            </a:endParaRPr>
          </a:p>
          <a:p>
            <a:pPr indent="0" lvl="0" marL="0" rtl="0" algn="l">
              <a:spcBef>
                <a:spcPts val="360"/>
              </a:spcBef>
              <a:spcAft>
                <a:spcPts val="0"/>
              </a:spcAft>
              <a:buNone/>
            </a:pPr>
            <a:r>
              <a:t/>
            </a:r>
            <a:endParaRPr sz="1600">
              <a:latin typeface="Trebuchet MS"/>
              <a:ea typeface="Trebuchet MS"/>
              <a:cs typeface="Trebuchet MS"/>
              <a:sym typeface="Trebuchet MS"/>
            </a:endParaRPr>
          </a:p>
          <a:p>
            <a:pPr indent="0" lvl="0" marL="0" rtl="0" algn="l">
              <a:spcBef>
                <a:spcPts val="360"/>
              </a:spcBef>
              <a:spcAft>
                <a:spcPts val="0"/>
              </a:spcAft>
              <a:buNone/>
            </a:pPr>
            <a:r>
              <a:t/>
            </a:r>
            <a:endParaRPr sz="1600">
              <a:latin typeface="Trebuchet MS"/>
              <a:ea typeface="Trebuchet MS"/>
              <a:cs typeface="Trebuchet MS"/>
              <a:sym typeface="Trebuchet MS"/>
            </a:endParaRPr>
          </a:p>
        </p:txBody>
      </p:sp>
      <p:pic>
        <p:nvPicPr>
          <p:cNvPr id="266" name="Google Shape;266;p43"/>
          <p:cNvPicPr preferRelativeResize="0"/>
          <p:nvPr/>
        </p:nvPicPr>
        <p:blipFill>
          <a:blip r:embed="rId3">
            <a:alphaModFix/>
          </a:blip>
          <a:stretch>
            <a:fillRect/>
          </a:stretch>
        </p:blipFill>
        <p:spPr>
          <a:xfrm>
            <a:off x="6959275" y="116633"/>
            <a:ext cx="2009775" cy="438150"/>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0" name="Shape 270"/>
        <p:cNvGrpSpPr/>
        <p:nvPr/>
      </p:nvGrpSpPr>
      <p:grpSpPr>
        <a:xfrm>
          <a:off x="0" y="0"/>
          <a:ext cx="0" cy="0"/>
          <a:chOff x="0" y="0"/>
          <a:chExt cx="0" cy="0"/>
        </a:xfrm>
      </p:grpSpPr>
      <p:sp>
        <p:nvSpPr>
          <p:cNvPr id="271" name="Google Shape;271;p44"/>
          <p:cNvSpPr txBox="1"/>
          <p:nvPr>
            <p:ph type="title"/>
          </p:nvPr>
        </p:nvSpPr>
        <p:spPr>
          <a:xfrm>
            <a:off x="109634" y="111899"/>
            <a:ext cx="8564400" cy="447600"/>
          </a:xfrm>
          <a:prstGeom prst="rect">
            <a:avLst/>
          </a:prstGeom>
        </p:spPr>
        <p:txBody>
          <a:bodyPr anchorCtr="0" anchor="ctr" bIns="91425" lIns="91425" spcFirstLastPara="1" rIns="91425" wrap="square" tIns="91425">
            <a:noAutofit/>
          </a:bodyPr>
          <a:lstStyle/>
          <a:p>
            <a:pPr indent="0" lvl="0" marL="0" rtl="0" algn="l">
              <a:spcBef>
                <a:spcPts val="480"/>
              </a:spcBef>
              <a:spcAft>
                <a:spcPts val="0"/>
              </a:spcAft>
              <a:buClr>
                <a:schemeClr val="dk1"/>
              </a:buClr>
              <a:buSzPts val="1100"/>
              <a:buFont typeface="Arial"/>
              <a:buNone/>
            </a:pPr>
            <a:r>
              <a:rPr b="1" lang="en" sz="2200">
                <a:latin typeface="Trebuchet MS"/>
                <a:ea typeface="Trebuchet MS"/>
                <a:cs typeface="Trebuchet MS"/>
                <a:sym typeface="Trebuchet MS"/>
              </a:rPr>
              <a:t>HTML5 APIs (Local,Session Storage and Cookies)</a:t>
            </a:r>
            <a:endParaRPr b="1" sz="3900">
              <a:latin typeface="Trebuchet MS"/>
              <a:ea typeface="Trebuchet MS"/>
              <a:cs typeface="Trebuchet MS"/>
              <a:sym typeface="Trebuchet MS"/>
            </a:endParaRPr>
          </a:p>
        </p:txBody>
      </p:sp>
      <p:sp>
        <p:nvSpPr>
          <p:cNvPr id="272" name="Google Shape;272;p44"/>
          <p:cNvSpPr txBox="1"/>
          <p:nvPr>
            <p:ph idx="1" type="body"/>
          </p:nvPr>
        </p:nvSpPr>
        <p:spPr>
          <a:xfrm>
            <a:off x="280559" y="963628"/>
            <a:ext cx="8564400" cy="3630900"/>
          </a:xfrm>
          <a:prstGeom prst="rect">
            <a:avLst/>
          </a:prstGeom>
        </p:spPr>
        <p:txBody>
          <a:bodyPr anchorCtr="0" anchor="t" bIns="91425" lIns="91425" spcFirstLastPara="1" rIns="91425" wrap="square" tIns="91425">
            <a:noAutofit/>
          </a:bodyPr>
          <a:lstStyle/>
          <a:p>
            <a:pPr indent="0" lvl="0" marL="0" rtl="0" algn="l">
              <a:lnSpc>
                <a:spcPct val="115000"/>
              </a:lnSpc>
              <a:spcBef>
                <a:spcPts val="1400"/>
              </a:spcBef>
              <a:spcAft>
                <a:spcPts val="0"/>
              </a:spcAft>
              <a:buClr>
                <a:schemeClr val="dk1"/>
              </a:buClr>
              <a:buSzPts val="1100"/>
              <a:buFont typeface="Arial"/>
              <a:buNone/>
            </a:pPr>
            <a:r>
              <a:rPr b="1" lang="en" sz="1300">
                <a:latin typeface="Trebuchet MS"/>
                <a:ea typeface="Trebuchet MS"/>
                <a:cs typeface="Trebuchet MS"/>
                <a:sym typeface="Trebuchet MS"/>
              </a:rPr>
              <a:t> Session Storage</a:t>
            </a:r>
            <a:endParaRPr b="1" sz="1300">
              <a:latin typeface="Trebuchet MS"/>
              <a:ea typeface="Trebuchet MS"/>
              <a:cs typeface="Trebuchet MS"/>
              <a:sym typeface="Trebuchet MS"/>
            </a:endParaRPr>
          </a:p>
          <a:p>
            <a:pPr indent="0" lvl="0" marL="0" rtl="0" algn="l">
              <a:lnSpc>
                <a:spcPct val="115000"/>
              </a:lnSpc>
              <a:spcBef>
                <a:spcPts val="1200"/>
              </a:spcBef>
              <a:spcAft>
                <a:spcPts val="0"/>
              </a:spcAft>
              <a:buClr>
                <a:schemeClr val="dk1"/>
              </a:buClr>
              <a:buSzPts val="1100"/>
              <a:buFont typeface="Arial"/>
              <a:buNone/>
            </a:pPr>
            <a:r>
              <a:rPr b="1" lang="en" sz="1100">
                <a:latin typeface="Trebuchet MS"/>
                <a:ea typeface="Trebuchet MS"/>
                <a:cs typeface="Trebuchet MS"/>
                <a:sym typeface="Trebuchet MS"/>
              </a:rPr>
              <a:t>Features:</a:t>
            </a:r>
            <a:endParaRPr b="1" sz="1100">
              <a:latin typeface="Trebuchet MS"/>
              <a:ea typeface="Trebuchet MS"/>
              <a:cs typeface="Trebuchet MS"/>
              <a:sym typeface="Trebuchet MS"/>
            </a:endParaRPr>
          </a:p>
          <a:p>
            <a:pPr indent="-298450" lvl="0" marL="457200" rtl="0" algn="l">
              <a:lnSpc>
                <a:spcPct val="115000"/>
              </a:lnSpc>
              <a:spcBef>
                <a:spcPts val="1200"/>
              </a:spcBef>
              <a:spcAft>
                <a:spcPts val="0"/>
              </a:spcAft>
              <a:buSzPts val="1100"/>
              <a:buChar char="●"/>
            </a:pPr>
            <a:r>
              <a:rPr lang="en" sz="1100">
                <a:latin typeface="Trebuchet MS"/>
                <a:ea typeface="Trebuchet MS"/>
                <a:cs typeface="Trebuchet MS"/>
                <a:sym typeface="Trebuchet MS"/>
              </a:rPr>
              <a:t>Similar to Local Storage but </a:t>
            </a:r>
            <a:r>
              <a:rPr b="1" lang="en" sz="1100">
                <a:latin typeface="Trebuchet MS"/>
                <a:ea typeface="Trebuchet MS"/>
                <a:cs typeface="Trebuchet MS"/>
                <a:sym typeface="Trebuchet MS"/>
              </a:rPr>
              <a:t>session-based</a:t>
            </a:r>
            <a:r>
              <a:rPr lang="en" sz="1100">
                <a:latin typeface="Trebuchet MS"/>
                <a:ea typeface="Trebuchet MS"/>
                <a:cs typeface="Trebuchet MS"/>
                <a:sym typeface="Trebuchet MS"/>
              </a:rPr>
              <a:t>.</a:t>
            </a:r>
            <a:endParaRPr sz="1100">
              <a:latin typeface="Trebuchet MS"/>
              <a:ea typeface="Trebuchet MS"/>
              <a:cs typeface="Trebuchet MS"/>
              <a:sym typeface="Trebuchet MS"/>
            </a:endParaRPr>
          </a:p>
          <a:p>
            <a:pPr indent="-298450" lvl="0" marL="457200" rtl="0" algn="l">
              <a:lnSpc>
                <a:spcPct val="115000"/>
              </a:lnSpc>
              <a:spcBef>
                <a:spcPts val="0"/>
              </a:spcBef>
              <a:spcAft>
                <a:spcPts val="0"/>
              </a:spcAft>
              <a:buSzPts val="1100"/>
              <a:buChar char="●"/>
            </a:pPr>
            <a:r>
              <a:rPr lang="en" sz="1100">
                <a:latin typeface="Trebuchet MS"/>
                <a:ea typeface="Trebuchet MS"/>
                <a:cs typeface="Trebuchet MS"/>
                <a:sym typeface="Trebuchet MS"/>
              </a:rPr>
              <a:t>Data is cleared when the </a:t>
            </a:r>
            <a:r>
              <a:rPr b="1" lang="en" sz="1100">
                <a:latin typeface="Trebuchet MS"/>
                <a:ea typeface="Trebuchet MS"/>
                <a:cs typeface="Trebuchet MS"/>
                <a:sym typeface="Trebuchet MS"/>
              </a:rPr>
              <a:t>tab is closed</a:t>
            </a:r>
            <a:r>
              <a:rPr lang="en" sz="1100">
                <a:latin typeface="Trebuchet MS"/>
                <a:ea typeface="Trebuchet MS"/>
                <a:cs typeface="Trebuchet MS"/>
                <a:sym typeface="Trebuchet MS"/>
              </a:rPr>
              <a:t>.</a:t>
            </a:r>
            <a:endParaRPr sz="1100">
              <a:latin typeface="Trebuchet MS"/>
              <a:ea typeface="Trebuchet MS"/>
              <a:cs typeface="Trebuchet MS"/>
              <a:sym typeface="Trebuchet MS"/>
            </a:endParaRPr>
          </a:p>
          <a:p>
            <a:pPr indent="-298450" lvl="0" marL="457200" rtl="0" algn="l">
              <a:lnSpc>
                <a:spcPct val="115000"/>
              </a:lnSpc>
              <a:spcBef>
                <a:spcPts val="0"/>
              </a:spcBef>
              <a:spcAft>
                <a:spcPts val="0"/>
              </a:spcAft>
              <a:buSzPts val="1100"/>
              <a:buFont typeface="Trebuchet MS"/>
              <a:buChar char="●"/>
            </a:pPr>
            <a:r>
              <a:rPr lang="en" sz="1100">
                <a:latin typeface="Trebuchet MS"/>
                <a:ea typeface="Trebuchet MS"/>
                <a:cs typeface="Trebuchet MS"/>
                <a:sym typeface="Trebuchet MS"/>
              </a:rPr>
              <a:t>Ideal for temporary data storage.</a:t>
            </a:r>
            <a:endParaRPr sz="1100">
              <a:latin typeface="Trebuchet MS"/>
              <a:ea typeface="Trebuchet MS"/>
              <a:cs typeface="Trebuchet MS"/>
              <a:sym typeface="Trebuchet MS"/>
            </a:endParaRPr>
          </a:p>
          <a:p>
            <a:pPr indent="0" lvl="0" marL="0" rtl="0" algn="l">
              <a:spcBef>
                <a:spcPts val="1200"/>
              </a:spcBef>
              <a:spcAft>
                <a:spcPts val="0"/>
              </a:spcAft>
              <a:buNone/>
            </a:pPr>
            <a:r>
              <a:rPr lang="en" sz="1600">
                <a:latin typeface="Trebuchet MS"/>
                <a:ea typeface="Trebuchet MS"/>
                <a:cs typeface="Trebuchet MS"/>
                <a:sym typeface="Trebuchet MS"/>
              </a:rPr>
              <a:t>sessionStorage.setItem('key', 'value'); // Save</a:t>
            </a:r>
            <a:endParaRPr sz="1600">
              <a:latin typeface="Trebuchet MS"/>
              <a:ea typeface="Trebuchet MS"/>
              <a:cs typeface="Trebuchet MS"/>
              <a:sym typeface="Trebuchet MS"/>
            </a:endParaRPr>
          </a:p>
          <a:p>
            <a:pPr indent="0" lvl="0" marL="0" rtl="0" algn="l">
              <a:spcBef>
                <a:spcPts val="480"/>
              </a:spcBef>
              <a:spcAft>
                <a:spcPts val="0"/>
              </a:spcAft>
              <a:buNone/>
            </a:pPr>
            <a:r>
              <a:rPr lang="en" sz="1600">
                <a:latin typeface="Trebuchet MS"/>
                <a:ea typeface="Trebuchet MS"/>
                <a:cs typeface="Trebuchet MS"/>
                <a:sym typeface="Trebuchet MS"/>
              </a:rPr>
              <a:t>var sessionData = sessionStorage.getItem('key'); // Retrieve</a:t>
            </a:r>
            <a:endParaRPr sz="1600">
              <a:latin typeface="Trebuchet MS"/>
              <a:ea typeface="Trebuchet MS"/>
              <a:cs typeface="Trebuchet MS"/>
              <a:sym typeface="Trebuchet MS"/>
            </a:endParaRPr>
          </a:p>
          <a:p>
            <a:pPr indent="0" lvl="0" marL="0" rtl="0" algn="l">
              <a:spcBef>
                <a:spcPts val="480"/>
              </a:spcBef>
              <a:spcAft>
                <a:spcPts val="0"/>
              </a:spcAft>
              <a:buNone/>
            </a:pPr>
            <a:r>
              <a:rPr lang="en" sz="1600">
                <a:latin typeface="Trebuchet MS"/>
                <a:ea typeface="Trebuchet MS"/>
                <a:cs typeface="Trebuchet MS"/>
                <a:sym typeface="Trebuchet MS"/>
              </a:rPr>
              <a:t>sessionStorage.removeItem('key'); // Remove</a:t>
            </a:r>
            <a:endParaRPr sz="1600">
              <a:latin typeface="Trebuchet MS"/>
              <a:ea typeface="Trebuchet MS"/>
              <a:cs typeface="Trebuchet MS"/>
              <a:sym typeface="Trebuchet MS"/>
            </a:endParaRPr>
          </a:p>
          <a:p>
            <a:pPr indent="0" lvl="0" marL="0" rtl="0" algn="l">
              <a:spcBef>
                <a:spcPts val="480"/>
              </a:spcBef>
              <a:spcAft>
                <a:spcPts val="0"/>
              </a:spcAft>
              <a:buNone/>
            </a:pPr>
            <a:r>
              <a:rPr lang="en" sz="1600">
                <a:latin typeface="Trebuchet MS"/>
                <a:ea typeface="Trebuchet MS"/>
                <a:cs typeface="Trebuchet MS"/>
                <a:sym typeface="Trebuchet MS"/>
              </a:rPr>
              <a:t>sessionStorage.clear(); // Clear all</a:t>
            </a:r>
            <a:endParaRPr sz="1600">
              <a:latin typeface="Trebuchet MS"/>
              <a:ea typeface="Trebuchet MS"/>
              <a:cs typeface="Trebuchet MS"/>
              <a:sym typeface="Trebuchet MS"/>
            </a:endParaRPr>
          </a:p>
          <a:p>
            <a:pPr indent="0" lvl="0" marL="0" rtl="0" algn="l">
              <a:spcBef>
                <a:spcPts val="480"/>
              </a:spcBef>
              <a:spcAft>
                <a:spcPts val="0"/>
              </a:spcAft>
              <a:buNone/>
            </a:pPr>
            <a:r>
              <a:t/>
            </a:r>
            <a:endParaRPr b="1" sz="1600">
              <a:latin typeface="Trebuchet MS"/>
              <a:ea typeface="Trebuchet MS"/>
              <a:cs typeface="Trebuchet MS"/>
              <a:sym typeface="Trebuchet MS"/>
            </a:endParaRPr>
          </a:p>
          <a:p>
            <a:pPr indent="0" lvl="0" marL="0" rtl="0" algn="l">
              <a:spcBef>
                <a:spcPts val="480"/>
              </a:spcBef>
              <a:spcAft>
                <a:spcPts val="0"/>
              </a:spcAft>
              <a:buNone/>
            </a:pPr>
            <a:r>
              <a:t/>
            </a:r>
            <a:endParaRPr b="1" sz="1600">
              <a:latin typeface="Trebuchet MS"/>
              <a:ea typeface="Trebuchet MS"/>
              <a:cs typeface="Trebuchet MS"/>
              <a:sym typeface="Trebuchet MS"/>
            </a:endParaRPr>
          </a:p>
        </p:txBody>
      </p:sp>
      <p:pic>
        <p:nvPicPr>
          <p:cNvPr id="273" name="Google Shape;273;p44"/>
          <p:cNvPicPr preferRelativeResize="0"/>
          <p:nvPr/>
        </p:nvPicPr>
        <p:blipFill>
          <a:blip r:embed="rId3">
            <a:alphaModFix/>
          </a:blip>
          <a:stretch>
            <a:fillRect/>
          </a:stretch>
        </p:blipFill>
        <p:spPr>
          <a:xfrm>
            <a:off x="6959275" y="116633"/>
            <a:ext cx="2009775" cy="438150"/>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7" name="Shape 277"/>
        <p:cNvGrpSpPr/>
        <p:nvPr/>
      </p:nvGrpSpPr>
      <p:grpSpPr>
        <a:xfrm>
          <a:off x="0" y="0"/>
          <a:ext cx="0" cy="0"/>
          <a:chOff x="0" y="0"/>
          <a:chExt cx="0" cy="0"/>
        </a:xfrm>
      </p:grpSpPr>
      <p:sp>
        <p:nvSpPr>
          <p:cNvPr id="278" name="Google Shape;278;p45"/>
          <p:cNvSpPr txBox="1"/>
          <p:nvPr>
            <p:ph type="title"/>
          </p:nvPr>
        </p:nvSpPr>
        <p:spPr>
          <a:xfrm>
            <a:off x="226159" y="111899"/>
            <a:ext cx="8564400" cy="447600"/>
          </a:xfrm>
          <a:prstGeom prst="rect">
            <a:avLst/>
          </a:prstGeom>
        </p:spPr>
        <p:txBody>
          <a:bodyPr anchorCtr="0" anchor="ctr" bIns="91425" lIns="91425" spcFirstLastPara="1" rIns="91425" wrap="square" tIns="91425">
            <a:noAutofit/>
          </a:bodyPr>
          <a:lstStyle/>
          <a:p>
            <a:pPr indent="0" lvl="0" marL="0" rtl="0" algn="l">
              <a:spcBef>
                <a:spcPts val="480"/>
              </a:spcBef>
              <a:spcAft>
                <a:spcPts val="0"/>
              </a:spcAft>
              <a:buClr>
                <a:schemeClr val="dk1"/>
              </a:buClr>
              <a:buSzPts val="1100"/>
              <a:buFont typeface="Arial"/>
              <a:buNone/>
            </a:pPr>
            <a:r>
              <a:rPr b="1" lang="en" sz="2200">
                <a:latin typeface="Arial"/>
                <a:ea typeface="Arial"/>
                <a:cs typeface="Arial"/>
                <a:sym typeface="Arial"/>
              </a:rPr>
              <a:t>HTML5 APIs (Local,Session Storage and Cookies)</a:t>
            </a:r>
            <a:endParaRPr b="1" sz="3900"/>
          </a:p>
        </p:txBody>
      </p:sp>
      <p:sp>
        <p:nvSpPr>
          <p:cNvPr id="279" name="Google Shape;279;p45"/>
          <p:cNvSpPr txBox="1"/>
          <p:nvPr>
            <p:ph idx="1" type="body"/>
          </p:nvPr>
        </p:nvSpPr>
        <p:spPr>
          <a:xfrm>
            <a:off x="280559" y="963628"/>
            <a:ext cx="8564400" cy="3630900"/>
          </a:xfrm>
          <a:prstGeom prst="rect">
            <a:avLst/>
          </a:prstGeom>
        </p:spPr>
        <p:txBody>
          <a:bodyPr anchorCtr="0" anchor="t" bIns="91425" lIns="91425" spcFirstLastPara="1" rIns="91425" wrap="square" tIns="91425">
            <a:noAutofit/>
          </a:bodyPr>
          <a:lstStyle/>
          <a:p>
            <a:pPr indent="0" lvl="0" marL="0" rtl="0" algn="l">
              <a:lnSpc>
                <a:spcPct val="115000"/>
              </a:lnSpc>
              <a:spcBef>
                <a:spcPts val="1400"/>
              </a:spcBef>
              <a:spcAft>
                <a:spcPts val="0"/>
              </a:spcAft>
              <a:buNone/>
            </a:pPr>
            <a:r>
              <a:rPr b="1" lang="en" sz="1300">
                <a:latin typeface="Arial"/>
                <a:ea typeface="Arial"/>
                <a:cs typeface="Arial"/>
                <a:sym typeface="Arial"/>
              </a:rPr>
              <a:t>Cookies</a:t>
            </a:r>
            <a:endParaRPr b="1" sz="13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b="1" lang="en" sz="1100">
                <a:latin typeface="Arial"/>
                <a:ea typeface="Arial"/>
                <a:cs typeface="Arial"/>
                <a:sym typeface="Arial"/>
              </a:rPr>
              <a:t>Features:</a:t>
            </a:r>
            <a:endParaRPr b="1" sz="1100">
              <a:latin typeface="Arial"/>
              <a:ea typeface="Arial"/>
              <a:cs typeface="Arial"/>
              <a:sym typeface="Arial"/>
            </a:endParaRPr>
          </a:p>
          <a:p>
            <a:pPr indent="-298450" lvl="0" marL="457200" rtl="0" algn="l">
              <a:lnSpc>
                <a:spcPct val="115000"/>
              </a:lnSpc>
              <a:spcBef>
                <a:spcPts val="1200"/>
              </a:spcBef>
              <a:spcAft>
                <a:spcPts val="0"/>
              </a:spcAft>
              <a:buSzPts val="1100"/>
              <a:buChar char="●"/>
            </a:pPr>
            <a:r>
              <a:rPr lang="en" sz="1100">
                <a:latin typeface="Arial"/>
                <a:ea typeface="Arial"/>
                <a:cs typeface="Arial"/>
                <a:sym typeface="Arial"/>
              </a:rPr>
              <a:t>Stores small data (4KB), sent with each HTTP request.</a:t>
            </a:r>
            <a:endParaRPr sz="1100">
              <a:latin typeface="Arial"/>
              <a:ea typeface="Arial"/>
              <a:cs typeface="Arial"/>
              <a:sym typeface="Arial"/>
            </a:endParaRPr>
          </a:p>
          <a:p>
            <a:pPr indent="-298450" lvl="0" marL="457200" rtl="0" algn="l">
              <a:lnSpc>
                <a:spcPct val="115000"/>
              </a:lnSpc>
              <a:spcBef>
                <a:spcPts val="0"/>
              </a:spcBef>
              <a:spcAft>
                <a:spcPts val="0"/>
              </a:spcAft>
              <a:buSzPts val="1100"/>
              <a:buChar char="●"/>
            </a:pPr>
            <a:r>
              <a:rPr lang="en" sz="1100">
                <a:latin typeface="Arial"/>
                <a:ea typeface="Arial"/>
                <a:cs typeface="Arial"/>
                <a:sym typeface="Arial"/>
              </a:rPr>
              <a:t>Can be </a:t>
            </a:r>
            <a:r>
              <a:rPr b="1" lang="en" sz="1100">
                <a:latin typeface="Arial"/>
                <a:ea typeface="Arial"/>
                <a:cs typeface="Arial"/>
                <a:sym typeface="Arial"/>
              </a:rPr>
              <a:t>persistent</a:t>
            </a:r>
            <a:r>
              <a:rPr lang="en" sz="1100">
                <a:latin typeface="Arial"/>
                <a:ea typeface="Arial"/>
                <a:cs typeface="Arial"/>
                <a:sym typeface="Arial"/>
              </a:rPr>
              <a:t> (expires after a set time) or </a:t>
            </a:r>
            <a:r>
              <a:rPr b="1" lang="en" sz="1100">
                <a:latin typeface="Arial"/>
                <a:ea typeface="Arial"/>
                <a:cs typeface="Arial"/>
                <a:sym typeface="Arial"/>
              </a:rPr>
              <a:t>session-based</a:t>
            </a:r>
            <a:r>
              <a:rPr lang="en" sz="1100">
                <a:latin typeface="Arial"/>
                <a:ea typeface="Arial"/>
                <a:cs typeface="Arial"/>
                <a:sym typeface="Arial"/>
              </a:rPr>
              <a:t>.</a:t>
            </a:r>
            <a:endParaRPr sz="1100">
              <a:latin typeface="Arial"/>
              <a:ea typeface="Arial"/>
              <a:cs typeface="Arial"/>
              <a:sym typeface="Arial"/>
            </a:endParaRPr>
          </a:p>
          <a:p>
            <a:pPr indent="0" lvl="0" marL="0" rtl="0" algn="l">
              <a:lnSpc>
                <a:spcPct val="115000"/>
              </a:lnSpc>
              <a:spcBef>
                <a:spcPts val="1400"/>
              </a:spcBef>
              <a:spcAft>
                <a:spcPts val="0"/>
              </a:spcAft>
              <a:buNone/>
            </a:pPr>
            <a:r>
              <a:t/>
            </a:r>
            <a:endParaRPr b="1" sz="1300">
              <a:latin typeface="Arial"/>
              <a:ea typeface="Arial"/>
              <a:cs typeface="Arial"/>
              <a:sym typeface="Arial"/>
            </a:endParaRPr>
          </a:p>
          <a:p>
            <a:pPr indent="0" lvl="0" marL="0" rtl="0" algn="l">
              <a:spcBef>
                <a:spcPts val="480"/>
              </a:spcBef>
              <a:spcAft>
                <a:spcPts val="0"/>
              </a:spcAft>
              <a:buClr>
                <a:schemeClr val="dk1"/>
              </a:buClr>
              <a:buSzPts val="1100"/>
              <a:buFont typeface="Arial"/>
              <a:buNone/>
            </a:pPr>
            <a:r>
              <a:rPr lang="en" sz="1600">
                <a:latin typeface="Arial"/>
                <a:ea typeface="Arial"/>
                <a:cs typeface="Arial"/>
                <a:sym typeface="Arial"/>
              </a:rPr>
              <a:t>document.cookie = 'key=value; expires=Fri, 31 Dec 2025 23:59:59 GMT; path=/'; // Set</a:t>
            </a:r>
            <a:endParaRPr sz="1600">
              <a:latin typeface="Arial"/>
              <a:ea typeface="Arial"/>
              <a:cs typeface="Arial"/>
              <a:sym typeface="Arial"/>
            </a:endParaRPr>
          </a:p>
          <a:p>
            <a:pPr indent="0" lvl="0" marL="0" rtl="0" algn="l">
              <a:spcBef>
                <a:spcPts val="480"/>
              </a:spcBef>
              <a:spcAft>
                <a:spcPts val="0"/>
              </a:spcAft>
              <a:buClr>
                <a:schemeClr val="dk1"/>
              </a:buClr>
              <a:buSzPts val="1100"/>
              <a:buFont typeface="Arial"/>
              <a:buNone/>
            </a:pPr>
            <a:r>
              <a:rPr lang="en" sz="1600">
                <a:latin typeface="Arial"/>
                <a:ea typeface="Arial"/>
                <a:cs typeface="Arial"/>
                <a:sym typeface="Arial"/>
              </a:rPr>
              <a:t>var cookies = document.cookie; // Retrieve</a:t>
            </a:r>
            <a:endParaRPr sz="1600">
              <a:latin typeface="Arial"/>
              <a:ea typeface="Arial"/>
              <a:cs typeface="Arial"/>
              <a:sym typeface="Arial"/>
            </a:endParaRPr>
          </a:p>
          <a:p>
            <a:pPr indent="0" lvl="0" marL="0" rtl="0" algn="l">
              <a:spcBef>
                <a:spcPts val="480"/>
              </a:spcBef>
              <a:spcAft>
                <a:spcPts val="0"/>
              </a:spcAft>
              <a:buClr>
                <a:schemeClr val="dk1"/>
              </a:buClr>
              <a:buSzPts val="1100"/>
              <a:buFont typeface="Arial"/>
              <a:buNone/>
            </a:pPr>
            <a:r>
              <a:rPr lang="en" sz="1600">
                <a:latin typeface="Arial"/>
                <a:ea typeface="Arial"/>
                <a:cs typeface="Arial"/>
                <a:sym typeface="Arial"/>
              </a:rPr>
              <a:t>document.cookie = 'key=; expires=Thu, 01 Jan 1970 00:00:00 GMT; path=/'; // Remove</a:t>
            </a:r>
            <a:endParaRPr sz="1600">
              <a:latin typeface="Arial"/>
              <a:ea typeface="Arial"/>
              <a:cs typeface="Arial"/>
              <a:sym typeface="Arial"/>
            </a:endParaRPr>
          </a:p>
          <a:p>
            <a:pPr indent="0" lvl="0" marL="0" rtl="0" algn="l">
              <a:spcBef>
                <a:spcPts val="480"/>
              </a:spcBef>
              <a:spcAft>
                <a:spcPts val="0"/>
              </a:spcAft>
              <a:buClr>
                <a:schemeClr val="dk1"/>
              </a:buClr>
              <a:buSzPts val="1100"/>
              <a:buFont typeface="Arial"/>
              <a:buNone/>
            </a:pPr>
            <a:r>
              <a:t/>
            </a:r>
            <a:endParaRPr sz="1600">
              <a:latin typeface="Arial"/>
              <a:ea typeface="Arial"/>
              <a:cs typeface="Arial"/>
              <a:sym typeface="Arial"/>
            </a:endParaRPr>
          </a:p>
          <a:p>
            <a:pPr indent="0" lvl="0" marL="0" rtl="0" algn="l">
              <a:spcBef>
                <a:spcPts val="480"/>
              </a:spcBef>
              <a:spcAft>
                <a:spcPts val="0"/>
              </a:spcAft>
              <a:buNone/>
            </a:pPr>
            <a:r>
              <a:t/>
            </a:r>
            <a:endParaRPr sz="1600">
              <a:latin typeface="Arial"/>
              <a:ea typeface="Arial"/>
              <a:cs typeface="Arial"/>
              <a:sym typeface="Arial"/>
            </a:endParaRPr>
          </a:p>
          <a:p>
            <a:pPr indent="0" lvl="0" marL="0" rtl="0" algn="l">
              <a:spcBef>
                <a:spcPts val="480"/>
              </a:spcBef>
              <a:spcAft>
                <a:spcPts val="0"/>
              </a:spcAft>
              <a:buNone/>
            </a:pPr>
            <a:r>
              <a:t/>
            </a:r>
            <a:endParaRPr b="1" sz="1600">
              <a:latin typeface="Arial"/>
              <a:ea typeface="Arial"/>
              <a:cs typeface="Arial"/>
              <a:sym typeface="Arial"/>
            </a:endParaRPr>
          </a:p>
          <a:p>
            <a:pPr indent="0" lvl="0" marL="0" rtl="0" algn="l">
              <a:spcBef>
                <a:spcPts val="480"/>
              </a:spcBef>
              <a:spcAft>
                <a:spcPts val="0"/>
              </a:spcAft>
              <a:buNone/>
            </a:pPr>
            <a:r>
              <a:t/>
            </a:r>
            <a:endParaRPr b="1" sz="1600">
              <a:latin typeface="Arial"/>
              <a:ea typeface="Arial"/>
              <a:cs typeface="Arial"/>
              <a:sym typeface="Arial"/>
            </a:endParaRPr>
          </a:p>
        </p:txBody>
      </p:sp>
      <p:pic>
        <p:nvPicPr>
          <p:cNvPr id="280" name="Google Shape;280;p45"/>
          <p:cNvPicPr preferRelativeResize="0"/>
          <p:nvPr/>
        </p:nvPicPr>
        <p:blipFill>
          <a:blip r:embed="rId3">
            <a:alphaModFix/>
          </a:blip>
          <a:stretch>
            <a:fillRect/>
          </a:stretch>
        </p:blipFill>
        <p:spPr>
          <a:xfrm>
            <a:off x="6959275" y="116633"/>
            <a:ext cx="2009775" cy="438150"/>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4" name="Shape 284"/>
        <p:cNvGrpSpPr/>
        <p:nvPr/>
      </p:nvGrpSpPr>
      <p:grpSpPr>
        <a:xfrm>
          <a:off x="0" y="0"/>
          <a:ext cx="0" cy="0"/>
          <a:chOff x="0" y="0"/>
          <a:chExt cx="0" cy="0"/>
        </a:xfrm>
      </p:grpSpPr>
      <p:sp>
        <p:nvSpPr>
          <p:cNvPr id="285" name="Google Shape;285;p46"/>
          <p:cNvSpPr txBox="1"/>
          <p:nvPr>
            <p:ph type="title"/>
          </p:nvPr>
        </p:nvSpPr>
        <p:spPr>
          <a:xfrm>
            <a:off x="210634" y="111899"/>
            <a:ext cx="8564400" cy="447600"/>
          </a:xfrm>
          <a:prstGeom prst="rect">
            <a:avLst/>
          </a:prstGeom>
        </p:spPr>
        <p:txBody>
          <a:bodyPr anchorCtr="0" anchor="ctr" bIns="91425" lIns="91425" spcFirstLastPara="1" rIns="91425" wrap="square" tIns="91425">
            <a:noAutofit/>
          </a:bodyPr>
          <a:lstStyle/>
          <a:p>
            <a:pPr indent="0" lvl="0" marL="0" rtl="0" algn="l">
              <a:spcBef>
                <a:spcPts val="480"/>
              </a:spcBef>
              <a:spcAft>
                <a:spcPts val="0"/>
              </a:spcAft>
              <a:buClr>
                <a:schemeClr val="dk1"/>
              </a:buClr>
              <a:buSzPts val="1100"/>
              <a:buFont typeface="Arial"/>
              <a:buNone/>
            </a:pPr>
            <a:r>
              <a:rPr b="1" lang="en" sz="2200">
                <a:latin typeface="Arial"/>
                <a:ea typeface="Arial"/>
                <a:cs typeface="Arial"/>
                <a:sym typeface="Arial"/>
              </a:rPr>
              <a:t>HTML5 APIs (Local,Session Storage and Cookies)</a:t>
            </a:r>
            <a:endParaRPr b="1" sz="3900"/>
          </a:p>
        </p:txBody>
      </p:sp>
      <p:sp>
        <p:nvSpPr>
          <p:cNvPr id="286" name="Google Shape;286;p46"/>
          <p:cNvSpPr txBox="1"/>
          <p:nvPr>
            <p:ph idx="1" type="body"/>
          </p:nvPr>
        </p:nvSpPr>
        <p:spPr>
          <a:xfrm>
            <a:off x="280559" y="963628"/>
            <a:ext cx="8564400" cy="3630900"/>
          </a:xfrm>
          <a:prstGeom prst="rect">
            <a:avLst/>
          </a:prstGeom>
        </p:spPr>
        <p:txBody>
          <a:bodyPr anchorCtr="0" anchor="t" bIns="91425" lIns="91425" spcFirstLastPara="1" rIns="91425" wrap="square" tIns="91425">
            <a:noAutofit/>
          </a:bodyPr>
          <a:lstStyle/>
          <a:p>
            <a:pPr indent="0" lvl="0" marL="0" rtl="0" algn="l">
              <a:spcBef>
                <a:spcPts val="480"/>
              </a:spcBef>
              <a:spcAft>
                <a:spcPts val="0"/>
              </a:spcAft>
              <a:buNone/>
            </a:pPr>
            <a:r>
              <a:rPr b="1" lang="en" sz="1600">
                <a:latin typeface="Arial"/>
                <a:ea typeface="Arial"/>
                <a:cs typeface="Arial"/>
                <a:sym typeface="Arial"/>
              </a:rPr>
              <a:t>Comparison Table</a:t>
            </a:r>
            <a:endParaRPr b="1" sz="1600">
              <a:latin typeface="Arial"/>
              <a:ea typeface="Arial"/>
              <a:cs typeface="Arial"/>
              <a:sym typeface="Arial"/>
            </a:endParaRPr>
          </a:p>
        </p:txBody>
      </p:sp>
      <p:pic>
        <p:nvPicPr>
          <p:cNvPr id="287" name="Google Shape;287;p46"/>
          <p:cNvPicPr preferRelativeResize="0"/>
          <p:nvPr/>
        </p:nvPicPr>
        <p:blipFill>
          <a:blip r:embed="rId3">
            <a:alphaModFix/>
          </a:blip>
          <a:stretch>
            <a:fillRect/>
          </a:stretch>
        </p:blipFill>
        <p:spPr>
          <a:xfrm>
            <a:off x="6959275" y="116633"/>
            <a:ext cx="2009775" cy="438150"/>
          </a:xfrm>
          <a:prstGeom prst="rect">
            <a:avLst/>
          </a:prstGeom>
          <a:noFill/>
          <a:ln>
            <a:noFill/>
          </a:ln>
        </p:spPr>
      </p:pic>
      <p:pic>
        <p:nvPicPr>
          <p:cNvPr id="288" name="Google Shape;288;p46"/>
          <p:cNvPicPr preferRelativeResize="0"/>
          <p:nvPr/>
        </p:nvPicPr>
        <p:blipFill>
          <a:blip r:embed="rId4">
            <a:alphaModFix/>
          </a:blip>
          <a:stretch>
            <a:fillRect/>
          </a:stretch>
        </p:blipFill>
        <p:spPr>
          <a:xfrm>
            <a:off x="372300" y="1695725"/>
            <a:ext cx="6705600" cy="1581150"/>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2" name="Shape 292"/>
        <p:cNvGrpSpPr/>
        <p:nvPr/>
      </p:nvGrpSpPr>
      <p:grpSpPr>
        <a:xfrm>
          <a:off x="0" y="0"/>
          <a:ext cx="0" cy="0"/>
          <a:chOff x="0" y="0"/>
          <a:chExt cx="0" cy="0"/>
        </a:xfrm>
      </p:grpSpPr>
      <p:sp>
        <p:nvSpPr>
          <p:cNvPr id="293" name="Google Shape;293;p47"/>
          <p:cNvSpPr txBox="1"/>
          <p:nvPr>
            <p:ph type="title"/>
          </p:nvPr>
        </p:nvSpPr>
        <p:spPr>
          <a:xfrm>
            <a:off x="226159" y="111899"/>
            <a:ext cx="8564400" cy="4476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b="1" lang="en" sz="2400">
                <a:latin typeface="Trebuchet MS"/>
                <a:ea typeface="Trebuchet MS"/>
                <a:cs typeface="Trebuchet MS"/>
                <a:sym typeface="Trebuchet MS"/>
              </a:rPr>
              <a:t>JSON (JavaScript Object Notation)</a:t>
            </a:r>
            <a:endParaRPr b="1" sz="2400">
              <a:latin typeface="Trebuchet MS"/>
              <a:ea typeface="Trebuchet MS"/>
              <a:cs typeface="Trebuchet MS"/>
              <a:sym typeface="Trebuchet MS"/>
            </a:endParaRPr>
          </a:p>
        </p:txBody>
      </p:sp>
      <p:sp>
        <p:nvSpPr>
          <p:cNvPr id="294" name="Google Shape;294;p47"/>
          <p:cNvSpPr txBox="1"/>
          <p:nvPr>
            <p:ph idx="1" type="body"/>
          </p:nvPr>
        </p:nvSpPr>
        <p:spPr>
          <a:xfrm>
            <a:off x="289809" y="614003"/>
            <a:ext cx="8564400" cy="3630900"/>
          </a:xfrm>
          <a:prstGeom prst="rect">
            <a:avLst/>
          </a:prstGeom>
        </p:spPr>
        <p:txBody>
          <a:bodyPr anchorCtr="0" anchor="t" bIns="91425" lIns="91425" spcFirstLastPara="1" rIns="91425" wrap="square" tIns="91425">
            <a:noAutofit/>
          </a:bodyPr>
          <a:lstStyle/>
          <a:p>
            <a:pPr indent="-298450" lvl="0" marL="457200" rtl="0" algn="l">
              <a:spcBef>
                <a:spcPts val="480"/>
              </a:spcBef>
              <a:spcAft>
                <a:spcPts val="0"/>
              </a:spcAft>
              <a:buSzPts val="1100"/>
              <a:buFont typeface="Trebuchet MS"/>
              <a:buChar char="•"/>
            </a:pPr>
            <a:r>
              <a:rPr b="1" lang="en" sz="1100">
                <a:latin typeface="Trebuchet MS"/>
                <a:ea typeface="Trebuchet MS"/>
                <a:cs typeface="Trebuchet MS"/>
                <a:sym typeface="Trebuchet MS"/>
              </a:rPr>
              <a:t>JSON</a:t>
            </a:r>
            <a:r>
              <a:rPr lang="en" sz="1100">
                <a:latin typeface="Trebuchet MS"/>
                <a:ea typeface="Trebuchet MS"/>
                <a:cs typeface="Trebuchet MS"/>
                <a:sym typeface="Trebuchet MS"/>
              </a:rPr>
              <a:t> is a lightweight data format used for storing and exchanging data between a server and a client (typically in web applications).</a:t>
            </a:r>
            <a:endParaRPr sz="1100">
              <a:latin typeface="Trebuchet MS"/>
              <a:ea typeface="Trebuchet MS"/>
              <a:cs typeface="Trebuchet MS"/>
              <a:sym typeface="Trebuchet MS"/>
            </a:endParaRPr>
          </a:p>
          <a:p>
            <a:pPr indent="-298450" lvl="0" marL="457200" rtl="0" algn="l">
              <a:spcBef>
                <a:spcPts val="0"/>
              </a:spcBef>
              <a:spcAft>
                <a:spcPts val="0"/>
              </a:spcAft>
              <a:buSzPts val="1100"/>
              <a:buFont typeface="Trebuchet MS"/>
              <a:buChar char="•"/>
            </a:pPr>
            <a:r>
              <a:rPr lang="en" sz="1100">
                <a:latin typeface="Trebuchet MS"/>
                <a:ea typeface="Trebuchet MS"/>
                <a:cs typeface="Trebuchet MS"/>
                <a:sym typeface="Trebuchet MS"/>
              </a:rPr>
              <a:t>It is text-based, easy to read, and can be easily parsed into a JavaScript object.</a:t>
            </a:r>
            <a:endParaRPr sz="1100">
              <a:latin typeface="Trebuchet MS"/>
              <a:ea typeface="Trebuchet MS"/>
              <a:cs typeface="Trebuchet MS"/>
              <a:sym typeface="Trebuchet MS"/>
            </a:endParaRPr>
          </a:p>
          <a:p>
            <a:pPr indent="-298450" lvl="0" marL="457200" rtl="0" algn="l">
              <a:spcBef>
                <a:spcPts val="0"/>
              </a:spcBef>
              <a:spcAft>
                <a:spcPts val="0"/>
              </a:spcAft>
              <a:buSzPts val="1100"/>
              <a:buFont typeface="Trebuchet MS"/>
              <a:buChar char="•"/>
            </a:pPr>
            <a:r>
              <a:rPr b="1" lang="en" sz="1100">
                <a:latin typeface="Trebuchet MS"/>
                <a:ea typeface="Trebuchet MS"/>
                <a:cs typeface="Trebuchet MS"/>
                <a:sym typeface="Trebuchet MS"/>
              </a:rPr>
              <a:t>Format</a:t>
            </a:r>
            <a:r>
              <a:rPr lang="en" sz="1100">
                <a:latin typeface="Trebuchet MS"/>
                <a:ea typeface="Trebuchet MS"/>
                <a:cs typeface="Trebuchet MS"/>
                <a:sym typeface="Trebuchet MS"/>
              </a:rPr>
              <a:t>: JSON data is made up of key-value pairs (like a JavaScript object), but the keys must be </a:t>
            </a:r>
            <a:r>
              <a:rPr b="1" lang="en" sz="1100">
                <a:latin typeface="Trebuchet MS"/>
                <a:ea typeface="Trebuchet MS"/>
                <a:cs typeface="Trebuchet MS"/>
                <a:sym typeface="Trebuchet MS"/>
              </a:rPr>
              <a:t>strings</a:t>
            </a:r>
            <a:r>
              <a:rPr lang="en" sz="1100">
                <a:latin typeface="Trebuchet MS"/>
                <a:ea typeface="Trebuchet MS"/>
                <a:cs typeface="Trebuchet MS"/>
                <a:sym typeface="Trebuchet MS"/>
              </a:rPr>
              <a:t>, and the values can be </a:t>
            </a:r>
            <a:r>
              <a:rPr b="1" lang="en" sz="1100">
                <a:latin typeface="Trebuchet MS"/>
                <a:ea typeface="Trebuchet MS"/>
                <a:cs typeface="Trebuchet MS"/>
                <a:sym typeface="Trebuchet MS"/>
              </a:rPr>
              <a:t>strings</a:t>
            </a:r>
            <a:r>
              <a:rPr lang="en" sz="1100">
                <a:latin typeface="Trebuchet MS"/>
                <a:ea typeface="Trebuchet MS"/>
                <a:cs typeface="Trebuchet MS"/>
                <a:sym typeface="Trebuchet MS"/>
              </a:rPr>
              <a:t>, </a:t>
            </a:r>
            <a:r>
              <a:rPr b="1" lang="en" sz="1100">
                <a:latin typeface="Trebuchet MS"/>
                <a:ea typeface="Trebuchet MS"/>
                <a:cs typeface="Trebuchet MS"/>
                <a:sym typeface="Trebuchet MS"/>
              </a:rPr>
              <a:t>numbers</a:t>
            </a:r>
            <a:r>
              <a:rPr lang="en" sz="1100">
                <a:latin typeface="Trebuchet MS"/>
                <a:ea typeface="Trebuchet MS"/>
                <a:cs typeface="Trebuchet MS"/>
                <a:sym typeface="Trebuchet MS"/>
              </a:rPr>
              <a:t>, </a:t>
            </a:r>
            <a:r>
              <a:rPr b="1" lang="en" sz="1100">
                <a:latin typeface="Trebuchet MS"/>
                <a:ea typeface="Trebuchet MS"/>
                <a:cs typeface="Trebuchet MS"/>
                <a:sym typeface="Trebuchet MS"/>
              </a:rPr>
              <a:t>arrays</a:t>
            </a:r>
            <a:r>
              <a:rPr lang="en" sz="1100">
                <a:latin typeface="Trebuchet MS"/>
                <a:ea typeface="Trebuchet MS"/>
                <a:cs typeface="Trebuchet MS"/>
                <a:sym typeface="Trebuchet MS"/>
              </a:rPr>
              <a:t>, </a:t>
            </a:r>
            <a:r>
              <a:rPr b="1" lang="en" sz="1100">
                <a:latin typeface="Trebuchet MS"/>
                <a:ea typeface="Trebuchet MS"/>
                <a:cs typeface="Trebuchet MS"/>
                <a:sym typeface="Trebuchet MS"/>
              </a:rPr>
              <a:t>objects</a:t>
            </a:r>
            <a:r>
              <a:rPr lang="en" sz="1100">
                <a:latin typeface="Trebuchet MS"/>
                <a:ea typeface="Trebuchet MS"/>
                <a:cs typeface="Trebuchet MS"/>
                <a:sym typeface="Trebuchet MS"/>
              </a:rPr>
              <a:t>, or </a:t>
            </a:r>
            <a:r>
              <a:rPr b="1" lang="en" sz="1100">
                <a:latin typeface="Trebuchet MS"/>
                <a:ea typeface="Trebuchet MS"/>
                <a:cs typeface="Trebuchet MS"/>
                <a:sym typeface="Trebuchet MS"/>
              </a:rPr>
              <a:t>booleans</a:t>
            </a:r>
            <a:r>
              <a:rPr lang="en" sz="1100">
                <a:latin typeface="Trebuchet MS"/>
                <a:ea typeface="Trebuchet MS"/>
                <a:cs typeface="Trebuchet MS"/>
                <a:sym typeface="Trebuchet MS"/>
              </a:rPr>
              <a:t>.</a:t>
            </a:r>
            <a:endParaRPr sz="1100">
              <a:latin typeface="Trebuchet MS"/>
              <a:ea typeface="Trebuchet MS"/>
              <a:cs typeface="Trebuchet MS"/>
              <a:sym typeface="Trebuchet MS"/>
            </a:endParaRPr>
          </a:p>
          <a:p>
            <a:pPr indent="-298450" lvl="0" marL="457200" rtl="0" algn="l">
              <a:spcBef>
                <a:spcPts val="0"/>
              </a:spcBef>
              <a:spcAft>
                <a:spcPts val="0"/>
              </a:spcAft>
              <a:buSzPts val="1100"/>
              <a:buFont typeface="Trebuchet MS"/>
              <a:buChar char="•"/>
            </a:pPr>
            <a:r>
              <a:t/>
            </a:r>
            <a:endParaRPr sz="1100">
              <a:latin typeface="Trebuchet MS"/>
              <a:ea typeface="Trebuchet MS"/>
              <a:cs typeface="Trebuchet MS"/>
              <a:sym typeface="Trebuchet MS"/>
            </a:endParaRPr>
          </a:p>
          <a:p>
            <a:pPr indent="0" lvl="0" marL="0" rtl="0" algn="l">
              <a:spcBef>
                <a:spcPts val="480"/>
              </a:spcBef>
              <a:spcAft>
                <a:spcPts val="0"/>
              </a:spcAft>
              <a:buNone/>
            </a:pPr>
            <a:r>
              <a:rPr lang="en" sz="1300">
                <a:latin typeface="Trebuchet MS"/>
                <a:ea typeface="Trebuchet MS"/>
                <a:cs typeface="Trebuchet MS"/>
                <a:sym typeface="Trebuchet MS"/>
              </a:rPr>
              <a:t>var user = {</a:t>
            </a:r>
            <a:endParaRPr sz="1300">
              <a:latin typeface="Trebuchet MS"/>
              <a:ea typeface="Trebuchet MS"/>
              <a:cs typeface="Trebuchet MS"/>
              <a:sym typeface="Trebuchet MS"/>
            </a:endParaRPr>
          </a:p>
          <a:p>
            <a:pPr indent="0" lvl="0" marL="0" rtl="0" algn="l">
              <a:spcBef>
                <a:spcPts val="480"/>
              </a:spcBef>
              <a:spcAft>
                <a:spcPts val="0"/>
              </a:spcAft>
              <a:buNone/>
            </a:pPr>
            <a:r>
              <a:rPr lang="en" sz="1300">
                <a:latin typeface="Trebuchet MS"/>
                <a:ea typeface="Trebuchet MS"/>
                <a:cs typeface="Trebuchet MS"/>
                <a:sym typeface="Trebuchet MS"/>
              </a:rPr>
              <a:t>    "name": "John Doe",</a:t>
            </a:r>
            <a:endParaRPr sz="1300">
              <a:latin typeface="Trebuchet MS"/>
              <a:ea typeface="Trebuchet MS"/>
              <a:cs typeface="Trebuchet MS"/>
              <a:sym typeface="Trebuchet MS"/>
            </a:endParaRPr>
          </a:p>
          <a:p>
            <a:pPr indent="0" lvl="0" marL="0" rtl="0" algn="l">
              <a:spcBef>
                <a:spcPts val="480"/>
              </a:spcBef>
              <a:spcAft>
                <a:spcPts val="0"/>
              </a:spcAft>
              <a:buNone/>
            </a:pPr>
            <a:r>
              <a:rPr lang="en" sz="1300">
                <a:latin typeface="Trebuchet MS"/>
                <a:ea typeface="Trebuchet MS"/>
                <a:cs typeface="Trebuchet MS"/>
                <a:sym typeface="Trebuchet MS"/>
              </a:rPr>
              <a:t>    "age": 30,</a:t>
            </a:r>
            <a:endParaRPr sz="1300">
              <a:latin typeface="Trebuchet MS"/>
              <a:ea typeface="Trebuchet MS"/>
              <a:cs typeface="Trebuchet MS"/>
              <a:sym typeface="Trebuchet MS"/>
            </a:endParaRPr>
          </a:p>
          <a:p>
            <a:pPr indent="0" lvl="0" marL="0" rtl="0" algn="l">
              <a:spcBef>
                <a:spcPts val="480"/>
              </a:spcBef>
              <a:spcAft>
                <a:spcPts val="0"/>
              </a:spcAft>
              <a:buNone/>
            </a:pPr>
            <a:r>
              <a:rPr lang="en" sz="1300">
                <a:latin typeface="Trebuchet MS"/>
                <a:ea typeface="Trebuchet MS"/>
                <a:cs typeface="Trebuchet MS"/>
                <a:sym typeface="Trebuchet MS"/>
              </a:rPr>
              <a:t>    "email": "john.doe@example.com",</a:t>
            </a:r>
            <a:endParaRPr sz="1300">
              <a:latin typeface="Trebuchet MS"/>
              <a:ea typeface="Trebuchet MS"/>
              <a:cs typeface="Trebuchet MS"/>
              <a:sym typeface="Trebuchet MS"/>
            </a:endParaRPr>
          </a:p>
          <a:p>
            <a:pPr indent="0" lvl="0" marL="0" rtl="0" algn="l">
              <a:spcBef>
                <a:spcPts val="480"/>
              </a:spcBef>
              <a:spcAft>
                <a:spcPts val="0"/>
              </a:spcAft>
              <a:buNone/>
            </a:pPr>
            <a:r>
              <a:rPr lang="en" sz="1300">
                <a:latin typeface="Trebuchet MS"/>
                <a:ea typeface="Trebuchet MS"/>
                <a:cs typeface="Trebuchet MS"/>
                <a:sym typeface="Trebuchet MS"/>
              </a:rPr>
              <a:t>    "isAdmin": false,</a:t>
            </a:r>
            <a:endParaRPr sz="1300">
              <a:latin typeface="Trebuchet MS"/>
              <a:ea typeface="Trebuchet MS"/>
              <a:cs typeface="Trebuchet MS"/>
              <a:sym typeface="Trebuchet MS"/>
            </a:endParaRPr>
          </a:p>
          <a:p>
            <a:pPr indent="0" lvl="0" marL="0" rtl="0" algn="l">
              <a:spcBef>
                <a:spcPts val="480"/>
              </a:spcBef>
              <a:spcAft>
                <a:spcPts val="0"/>
              </a:spcAft>
              <a:buNone/>
            </a:pPr>
            <a:r>
              <a:rPr lang="en" sz="1300">
                <a:latin typeface="Trebuchet MS"/>
                <a:ea typeface="Trebuchet MS"/>
                <a:cs typeface="Trebuchet MS"/>
                <a:sym typeface="Trebuchet MS"/>
              </a:rPr>
              <a:t>    "languages": ["English", "Spanish"]</a:t>
            </a:r>
            <a:endParaRPr sz="1300">
              <a:latin typeface="Trebuchet MS"/>
              <a:ea typeface="Trebuchet MS"/>
              <a:cs typeface="Trebuchet MS"/>
              <a:sym typeface="Trebuchet MS"/>
            </a:endParaRPr>
          </a:p>
          <a:p>
            <a:pPr indent="0" lvl="0" marL="0" rtl="0" algn="l">
              <a:spcBef>
                <a:spcPts val="480"/>
              </a:spcBef>
              <a:spcAft>
                <a:spcPts val="0"/>
              </a:spcAft>
              <a:buNone/>
            </a:pPr>
            <a:r>
              <a:rPr lang="en" sz="1300">
                <a:latin typeface="Trebuchet MS"/>
                <a:ea typeface="Trebuchet MS"/>
                <a:cs typeface="Trebuchet MS"/>
                <a:sym typeface="Trebuchet MS"/>
              </a:rPr>
              <a:t>};</a:t>
            </a:r>
            <a:endParaRPr sz="1300">
              <a:latin typeface="Trebuchet MS"/>
              <a:ea typeface="Trebuchet MS"/>
              <a:cs typeface="Trebuchet MS"/>
              <a:sym typeface="Trebuchet MS"/>
            </a:endParaRPr>
          </a:p>
          <a:p>
            <a:pPr indent="0" lvl="0" marL="0" rtl="0" algn="l">
              <a:spcBef>
                <a:spcPts val="480"/>
              </a:spcBef>
              <a:spcAft>
                <a:spcPts val="0"/>
              </a:spcAft>
              <a:buNone/>
            </a:pPr>
            <a:r>
              <a:rPr lang="en" sz="1300">
                <a:latin typeface="Trebuchet MS"/>
                <a:ea typeface="Trebuchet MS"/>
                <a:cs typeface="Trebuchet MS"/>
                <a:sym typeface="Trebuchet MS"/>
              </a:rPr>
              <a:t>// Accessing JSON data</a:t>
            </a:r>
            <a:endParaRPr sz="1300">
              <a:latin typeface="Trebuchet MS"/>
              <a:ea typeface="Trebuchet MS"/>
              <a:cs typeface="Trebuchet MS"/>
              <a:sym typeface="Trebuchet MS"/>
            </a:endParaRPr>
          </a:p>
          <a:p>
            <a:pPr indent="0" lvl="0" marL="0" rtl="0" algn="l">
              <a:spcBef>
                <a:spcPts val="480"/>
              </a:spcBef>
              <a:spcAft>
                <a:spcPts val="0"/>
              </a:spcAft>
              <a:buNone/>
            </a:pPr>
            <a:r>
              <a:rPr lang="en" sz="1300">
                <a:latin typeface="Trebuchet MS"/>
                <a:ea typeface="Trebuchet MS"/>
                <a:cs typeface="Trebuchet MS"/>
                <a:sym typeface="Trebuchet MS"/>
              </a:rPr>
              <a:t>console.log(user.name); // Output: "John Doe"</a:t>
            </a:r>
            <a:endParaRPr sz="1300">
              <a:latin typeface="Trebuchet MS"/>
              <a:ea typeface="Trebuchet MS"/>
              <a:cs typeface="Trebuchet MS"/>
              <a:sym typeface="Trebuchet MS"/>
            </a:endParaRPr>
          </a:p>
          <a:p>
            <a:pPr indent="0" lvl="0" marL="0" rtl="0" algn="l">
              <a:spcBef>
                <a:spcPts val="480"/>
              </a:spcBef>
              <a:spcAft>
                <a:spcPts val="0"/>
              </a:spcAft>
              <a:buNone/>
            </a:pPr>
            <a:r>
              <a:t/>
            </a:r>
            <a:endParaRPr sz="1300">
              <a:latin typeface="Trebuchet MS"/>
              <a:ea typeface="Trebuchet MS"/>
              <a:cs typeface="Trebuchet MS"/>
              <a:sym typeface="Trebuchet MS"/>
            </a:endParaRPr>
          </a:p>
          <a:p>
            <a:pPr indent="0" lvl="0" marL="0" rtl="0" algn="l">
              <a:spcBef>
                <a:spcPts val="480"/>
              </a:spcBef>
              <a:spcAft>
                <a:spcPts val="0"/>
              </a:spcAft>
              <a:buNone/>
            </a:pPr>
            <a:r>
              <a:t/>
            </a:r>
            <a:endParaRPr b="1" sz="1300">
              <a:latin typeface="Trebuchet MS"/>
              <a:ea typeface="Trebuchet MS"/>
              <a:cs typeface="Trebuchet MS"/>
              <a:sym typeface="Trebuchet MS"/>
            </a:endParaRPr>
          </a:p>
        </p:txBody>
      </p:sp>
      <p:pic>
        <p:nvPicPr>
          <p:cNvPr id="295" name="Google Shape;295;p47"/>
          <p:cNvPicPr preferRelativeResize="0"/>
          <p:nvPr/>
        </p:nvPicPr>
        <p:blipFill>
          <a:blip r:embed="rId3">
            <a:alphaModFix/>
          </a:blip>
          <a:stretch>
            <a:fillRect/>
          </a:stretch>
        </p:blipFill>
        <p:spPr>
          <a:xfrm>
            <a:off x="6959275" y="116633"/>
            <a:ext cx="2009775" cy="438150"/>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9" name="Shape 299"/>
        <p:cNvGrpSpPr/>
        <p:nvPr/>
      </p:nvGrpSpPr>
      <p:grpSpPr>
        <a:xfrm>
          <a:off x="0" y="0"/>
          <a:ext cx="0" cy="0"/>
          <a:chOff x="0" y="0"/>
          <a:chExt cx="0" cy="0"/>
        </a:xfrm>
      </p:grpSpPr>
      <p:sp>
        <p:nvSpPr>
          <p:cNvPr id="300" name="Google Shape;300;p48"/>
          <p:cNvSpPr txBox="1"/>
          <p:nvPr>
            <p:ph type="title"/>
          </p:nvPr>
        </p:nvSpPr>
        <p:spPr>
          <a:xfrm>
            <a:off x="226159" y="111899"/>
            <a:ext cx="8564400" cy="4476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b="1" lang="en" sz="2400">
                <a:latin typeface="Trebuchet MS"/>
                <a:ea typeface="Trebuchet MS"/>
                <a:cs typeface="Trebuchet MS"/>
                <a:sym typeface="Trebuchet MS"/>
              </a:rPr>
              <a:t>JSON (JavaScript Object Notation)</a:t>
            </a:r>
            <a:endParaRPr b="1" sz="2400">
              <a:latin typeface="Trebuchet MS"/>
              <a:ea typeface="Trebuchet MS"/>
              <a:cs typeface="Trebuchet MS"/>
              <a:sym typeface="Trebuchet MS"/>
            </a:endParaRPr>
          </a:p>
        </p:txBody>
      </p:sp>
      <p:sp>
        <p:nvSpPr>
          <p:cNvPr id="301" name="Google Shape;301;p48"/>
          <p:cNvSpPr txBox="1"/>
          <p:nvPr>
            <p:ph idx="1" type="body"/>
          </p:nvPr>
        </p:nvSpPr>
        <p:spPr>
          <a:xfrm>
            <a:off x="289809" y="614003"/>
            <a:ext cx="8564400" cy="3630900"/>
          </a:xfrm>
          <a:prstGeom prst="rect">
            <a:avLst/>
          </a:prstGeom>
        </p:spPr>
        <p:txBody>
          <a:bodyPr anchorCtr="0" anchor="t" bIns="91425" lIns="91425" spcFirstLastPara="1" rIns="91425" wrap="square" tIns="91425">
            <a:noAutofit/>
          </a:bodyPr>
          <a:lstStyle/>
          <a:p>
            <a:pPr indent="0" lvl="0" marL="0" rtl="0" algn="ctr">
              <a:lnSpc>
                <a:spcPct val="115000"/>
              </a:lnSpc>
              <a:spcBef>
                <a:spcPts val="1200"/>
              </a:spcBef>
              <a:spcAft>
                <a:spcPts val="0"/>
              </a:spcAft>
              <a:buNone/>
            </a:pPr>
            <a:r>
              <a:rPr b="1" lang="en" sz="1600">
                <a:latin typeface="Arial"/>
                <a:ea typeface="Arial"/>
                <a:cs typeface="Arial"/>
                <a:sym typeface="Arial"/>
              </a:rPr>
              <a:t>Parsing JSON</a:t>
            </a:r>
            <a:endParaRPr sz="1600">
              <a:latin typeface="Arial"/>
              <a:ea typeface="Arial"/>
              <a:cs typeface="Arial"/>
              <a:sym typeface="Arial"/>
            </a:endParaRPr>
          </a:p>
          <a:p>
            <a:pPr indent="0" lvl="0" marL="0" rtl="0" algn="ctr">
              <a:spcBef>
                <a:spcPts val="1200"/>
              </a:spcBef>
              <a:spcAft>
                <a:spcPts val="0"/>
              </a:spcAft>
              <a:buNone/>
            </a:pPr>
            <a:r>
              <a:rPr lang="en" sz="1100">
                <a:latin typeface="Arial"/>
                <a:ea typeface="Arial"/>
                <a:cs typeface="Arial"/>
                <a:sym typeface="Arial"/>
              </a:rPr>
              <a:t>// Convert JSON string to JavaScript object</a:t>
            </a:r>
            <a:endParaRPr sz="1100">
              <a:latin typeface="Arial"/>
              <a:ea typeface="Arial"/>
              <a:cs typeface="Arial"/>
              <a:sym typeface="Arial"/>
            </a:endParaRPr>
          </a:p>
          <a:p>
            <a:pPr indent="0" lvl="0" marL="0" rtl="0" algn="ctr">
              <a:spcBef>
                <a:spcPts val="480"/>
              </a:spcBef>
              <a:spcAft>
                <a:spcPts val="0"/>
              </a:spcAft>
              <a:buNone/>
            </a:pPr>
            <a:r>
              <a:rPr lang="en" sz="1100">
                <a:latin typeface="Arial"/>
                <a:ea typeface="Arial"/>
                <a:cs typeface="Arial"/>
                <a:sym typeface="Arial"/>
              </a:rPr>
              <a:t> var jsonString = '{"name": "John", "age": 25}'; </a:t>
            </a:r>
            <a:endParaRPr sz="1100">
              <a:latin typeface="Arial"/>
              <a:ea typeface="Arial"/>
              <a:cs typeface="Arial"/>
              <a:sym typeface="Arial"/>
            </a:endParaRPr>
          </a:p>
          <a:p>
            <a:pPr indent="0" lvl="0" marL="0" rtl="0" algn="ctr">
              <a:spcBef>
                <a:spcPts val="480"/>
              </a:spcBef>
              <a:spcAft>
                <a:spcPts val="0"/>
              </a:spcAft>
              <a:buNone/>
            </a:pPr>
            <a:r>
              <a:rPr lang="en" sz="1100">
                <a:latin typeface="Arial"/>
                <a:ea typeface="Arial"/>
                <a:cs typeface="Arial"/>
                <a:sym typeface="Arial"/>
              </a:rPr>
              <a:t>var userObject = JSON.parse(jsonString); </a:t>
            </a:r>
            <a:endParaRPr sz="1100">
              <a:latin typeface="Arial"/>
              <a:ea typeface="Arial"/>
              <a:cs typeface="Arial"/>
              <a:sym typeface="Arial"/>
            </a:endParaRPr>
          </a:p>
          <a:p>
            <a:pPr indent="0" lvl="0" marL="0" rtl="0" algn="ctr">
              <a:spcBef>
                <a:spcPts val="480"/>
              </a:spcBef>
              <a:spcAft>
                <a:spcPts val="0"/>
              </a:spcAft>
              <a:buNone/>
            </a:pPr>
            <a:r>
              <a:rPr lang="en" sz="1100">
                <a:latin typeface="Arial"/>
                <a:ea typeface="Arial"/>
                <a:cs typeface="Arial"/>
                <a:sym typeface="Arial"/>
              </a:rPr>
              <a:t>console.log(userObject.name); // Output: "John" </a:t>
            </a:r>
            <a:endParaRPr sz="1100">
              <a:latin typeface="Arial"/>
              <a:ea typeface="Arial"/>
              <a:cs typeface="Arial"/>
              <a:sym typeface="Arial"/>
            </a:endParaRPr>
          </a:p>
          <a:p>
            <a:pPr indent="0" lvl="0" marL="0" rtl="0" algn="ctr">
              <a:spcBef>
                <a:spcPts val="480"/>
              </a:spcBef>
              <a:spcAft>
                <a:spcPts val="0"/>
              </a:spcAft>
              <a:buNone/>
            </a:pPr>
            <a:r>
              <a:t/>
            </a:r>
            <a:endParaRPr sz="1100">
              <a:latin typeface="Arial"/>
              <a:ea typeface="Arial"/>
              <a:cs typeface="Arial"/>
              <a:sym typeface="Arial"/>
            </a:endParaRPr>
          </a:p>
          <a:p>
            <a:pPr indent="0" lvl="0" marL="0" rtl="0" algn="ctr">
              <a:spcBef>
                <a:spcPts val="480"/>
              </a:spcBef>
              <a:spcAft>
                <a:spcPts val="0"/>
              </a:spcAft>
              <a:buNone/>
            </a:pPr>
            <a:r>
              <a:t/>
            </a:r>
            <a:endParaRPr sz="1100">
              <a:latin typeface="Arial"/>
              <a:ea typeface="Arial"/>
              <a:cs typeface="Arial"/>
              <a:sym typeface="Arial"/>
            </a:endParaRPr>
          </a:p>
          <a:p>
            <a:pPr indent="0" lvl="0" marL="0" rtl="0" algn="ctr">
              <a:spcBef>
                <a:spcPts val="480"/>
              </a:spcBef>
              <a:spcAft>
                <a:spcPts val="0"/>
              </a:spcAft>
              <a:buNone/>
            </a:pPr>
            <a:r>
              <a:t/>
            </a:r>
            <a:endParaRPr sz="1100">
              <a:latin typeface="Arial"/>
              <a:ea typeface="Arial"/>
              <a:cs typeface="Arial"/>
              <a:sym typeface="Arial"/>
            </a:endParaRPr>
          </a:p>
          <a:p>
            <a:pPr indent="0" lvl="0" marL="0" rtl="0" algn="ctr">
              <a:spcBef>
                <a:spcPts val="480"/>
              </a:spcBef>
              <a:spcAft>
                <a:spcPts val="0"/>
              </a:spcAft>
              <a:buNone/>
            </a:pPr>
            <a:r>
              <a:t/>
            </a:r>
            <a:endParaRPr sz="1100">
              <a:latin typeface="Arial"/>
              <a:ea typeface="Arial"/>
              <a:cs typeface="Arial"/>
              <a:sym typeface="Arial"/>
            </a:endParaRPr>
          </a:p>
          <a:p>
            <a:pPr indent="0" lvl="0" marL="0" rtl="0" algn="ctr">
              <a:spcBef>
                <a:spcPts val="480"/>
              </a:spcBef>
              <a:spcAft>
                <a:spcPts val="0"/>
              </a:spcAft>
              <a:buNone/>
            </a:pPr>
            <a:r>
              <a:t/>
            </a:r>
            <a:endParaRPr sz="1100">
              <a:latin typeface="Arial"/>
              <a:ea typeface="Arial"/>
              <a:cs typeface="Arial"/>
              <a:sym typeface="Arial"/>
            </a:endParaRPr>
          </a:p>
          <a:p>
            <a:pPr indent="0" lvl="0" marL="0" rtl="0" algn="ctr">
              <a:spcBef>
                <a:spcPts val="480"/>
              </a:spcBef>
              <a:spcAft>
                <a:spcPts val="0"/>
              </a:spcAft>
              <a:buNone/>
            </a:pPr>
            <a:r>
              <a:t/>
            </a:r>
            <a:endParaRPr sz="1100">
              <a:latin typeface="Arial"/>
              <a:ea typeface="Arial"/>
              <a:cs typeface="Arial"/>
              <a:sym typeface="Arial"/>
            </a:endParaRPr>
          </a:p>
          <a:p>
            <a:pPr indent="0" lvl="0" marL="0" rtl="0" algn="ctr">
              <a:spcBef>
                <a:spcPts val="480"/>
              </a:spcBef>
              <a:spcAft>
                <a:spcPts val="0"/>
              </a:spcAft>
              <a:buNone/>
            </a:pPr>
            <a:r>
              <a:t/>
            </a:r>
            <a:endParaRPr sz="1100">
              <a:latin typeface="Arial"/>
              <a:ea typeface="Arial"/>
              <a:cs typeface="Arial"/>
              <a:sym typeface="Arial"/>
            </a:endParaRPr>
          </a:p>
          <a:p>
            <a:pPr indent="0" lvl="0" marL="0" rtl="0" algn="ctr">
              <a:spcBef>
                <a:spcPts val="480"/>
              </a:spcBef>
              <a:spcAft>
                <a:spcPts val="0"/>
              </a:spcAft>
              <a:buNone/>
            </a:pPr>
            <a:r>
              <a:t/>
            </a:r>
            <a:endParaRPr sz="1100">
              <a:latin typeface="Arial"/>
              <a:ea typeface="Arial"/>
              <a:cs typeface="Arial"/>
              <a:sym typeface="Arial"/>
            </a:endParaRPr>
          </a:p>
          <a:p>
            <a:pPr indent="0" lvl="0" marL="0" rtl="0" algn="ctr">
              <a:spcBef>
                <a:spcPts val="480"/>
              </a:spcBef>
              <a:spcAft>
                <a:spcPts val="0"/>
              </a:spcAft>
              <a:buNone/>
            </a:pPr>
            <a:r>
              <a:rPr lang="en" sz="1100">
                <a:latin typeface="Arial"/>
                <a:ea typeface="Arial"/>
                <a:cs typeface="Arial"/>
                <a:sym typeface="Arial"/>
              </a:rPr>
              <a:t>// Convert JavaScript object to JSON</a:t>
            </a:r>
            <a:endParaRPr sz="1100">
              <a:latin typeface="Arial"/>
              <a:ea typeface="Arial"/>
              <a:cs typeface="Arial"/>
              <a:sym typeface="Arial"/>
            </a:endParaRPr>
          </a:p>
          <a:p>
            <a:pPr indent="0" lvl="0" marL="0" rtl="0" algn="ctr">
              <a:spcBef>
                <a:spcPts val="480"/>
              </a:spcBef>
              <a:spcAft>
                <a:spcPts val="0"/>
              </a:spcAft>
              <a:buNone/>
            </a:pPr>
            <a:r>
              <a:rPr lang="en" sz="1100">
                <a:latin typeface="Arial"/>
                <a:ea typeface="Arial"/>
                <a:cs typeface="Arial"/>
                <a:sym typeface="Arial"/>
              </a:rPr>
              <a:t>string var user = { name: "John", age: 25 }; </a:t>
            </a:r>
            <a:endParaRPr sz="1100">
              <a:latin typeface="Arial"/>
              <a:ea typeface="Arial"/>
              <a:cs typeface="Arial"/>
              <a:sym typeface="Arial"/>
            </a:endParaRPr>
          </a:p>
          <a:p>
            <a:pPr indent="0" lvl="0" marL="0" rtl="0" algn="ctr">
              <a:spcBef>
                <a:spcPts val="480"/>
              </a:spcBef>
              <a:spcAft>
                <a:spcPts val="0"/>
              </a:spcAft>
              <a:buNone/>
            </a:pPr>
            <a:r>
              <a:rPr lang="en" sz="1100">
                <a:latin typeface="Arial"/>
                <a:ea typeface="Arial"/>
                <a:cs typeface="Arial"/>
                <a:sym typeface="Arial"/>
              </a:rPr>
              <a:t>var jsonString = JSON.stringify(user);</a:t>
            </a:r>
            <a:endParaRPr sz="1100">
              <a:latin typeface="Arial"/>
              <a:ea typeface="Arial"/>
              <a:cs typeface="Arial"/>
              <a:sym typeface="Arial"/>
            </a:endParaRPr>
          </a:p>
          <a:p>
            <a:pPr indent="0" lvl="0" marL="0" rtl="0" algn="ctr">
              <a:spcBef>
                <a:spcPts val="480"/>
              </a:spcBef>
              <a:spcAft>
                <a:spcPts val="0"/>
              </a:spcAft>
              <a:buNone/>
            </a:pPr>
            <a:r>
              <a:rPr lang="en" sz="1100">
                <a:latin typeface="Arial"/>
                <a:ea typeface="Arial"/>
                <a:cs typeface="Arial"/>
                <a:sym typeface="Arial"/>
              </a:rPr>
              <a:t> console.log(jsonString); // Output: '{"name":"John","age":25}</a:t>
            </a:r>
            <a:endParaRPr sz="1300">
              <a:latin typeface="Arial"/>
              <a:ea typeface="Arial"/>
              <a:cs typeface="Arial"/>
              <a:sym typeface="Arial"/>
            </a:endParaRPr>
          </a:p>
        </p:txBody>
      </p:sp>
      <p:pic>
        <p:nvPicPr>
          <p:cNvPr id="302" name="Google Shape;302;p48"/>
          <p:cNvPicPr preferRelativeResize="0"/>
          <p:nvPr/>
        </p:nvPicPr>
        <p:blipFill>
          <a:blip r:embed="rId3">
            <a:alphaModFix/>
          </a:blip>
          <a:stretch>
            <a:fillRect/>
          </a:stretch>
        </p:blipFill>
        <p:spPr>
          <a:xfrm>
            <a:off x="6959275" y="116633"/>
            <a:ext cx="2009775" cy="438150"/>
          </a:xfrm>
          <a:prstGeom prst="rect">
            <a:avLst/>
          </a:prstGeom>
          <a:noFill/>
          <a:ln>
            <a:noFill/>
          </a:ln>
        </p:spPr>
      </p:pic>
      <p:sp>
        <p:nvSpPr>
          <p:cNvPr id="303" name="Google Shape;303;p48"/>
          <p:cNvSpPr/>
          <p:nvPr/>
        </p:nvSpPr>
        <p:spPr>
          <a:xfrm>
            <a:off x="4209250" y="2307575"/>
            <a:ext cx="598200" cy="1320900"/>
          </a:xfrm>
          <a:prstGeom prst="upDown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7" name="Shape 307"/>
        <p:cNvGrpSpPr/>
        <p:nvPr/>
      </p:nvGrpSpPr>
      <p:grpSpPr>
        <a:xfrm>
          <a:off x="0" y="0"/>
          <a:ext cx="0" cy="0"/>
          <a:chOff x="0" y="0"/>
          <a:chExt cx="0" cy="0"/>
        </a:xfrm>
      </p:grpSpPr>
      <p:sp>
        <p:nvSpPr>
          <p:cNvPr id="308" name="Google Shape;308;p49"/>
          <p:cNvSpPr txBox="1"/>
          <p:nvPr>
            <p:ph type="title"/>
          </p:nvPr>
        </p:nvSpPr>
        <p:spPr>
          <a:xfrm>
            <a:off x="226159" y="111899"/>
            <a:ext cx="8564400" cy="4476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b="1" lang="en" sz="2400">
                <a:latin typeface="Trebuchet MS"/>
                <a:ea typeface="Trebuchet MS"/>
                <a:cs typeface="Trebuchet MS"/>
                <a:sym typeface="Trebuchet MS"/>
              </a:rPr>
              <a:t>AJAX (Asynchronous JavaScript And XML)</a:t>
            </a:r>
            <a:endParaRPr b="1" sz="2400">
              <a:latin typeface="Trebuchet MS"/>
              <a:ea typeface="Trebuchet MS"/>
              <a:cs typeface="Trebuchet MS"/>
              <a:sym typeface="Trebuchet MS"/>
            </a:endParaRPr>
          </a:p>
        </p:txBody>
      </p:sp>
      <p:sp>
        <p:nvSpPr>
          <p:cNvPr id="309" name="Google Shape;309;p49"/>
          <p:cNvSpPr txBox="1"/>
          <p:nvPr>
            <p:ph idx="1" type="body"/>
          </p:nvPr>
        </p:nvSpPr>
        <p:spPr>
          <a:xfrm>
            <a:off x="289809" y="621778"/>
            <a:ext cx="8564400" cy="3630900"/>
          </a:xfrm>
          <a:prstGeom prst="rect">
            <a:avLst/>
          </a:prstGeom>
        </p:spPr>
        <p:txBody>
          <a:bodyPr anchorCtr="0" anchor="t" bIns="91425" lIns="91425" spcFirstLastPara="1" rIns="91425" wrap="square" tIns="91425">
            <a:noAutofit/>
          </a:bodyPr>
          <a:lstStyle/>
          <a:p>
            <a:pPr indent="-298450" lvl="0" marL="457200" rtl="0" algn="l">
              <a:spcBef>
                <a:spcPts val="480"/>
              </a:spcBef>
              <a:spcAft>
                <a:spcPts val="0"/>
              </a:spcAft>
              <a:buSzPts val="1100"/>
              <a:buFont typeface="Arial"/>
              <a:buChar char="•"/>
            </a:pPr>
            <a:r>
              <a:rPr b="1" lang="en" sz="1100">
                <a:latin typeface="Trebuchet MS"/>
                <a:ea typeface="Trebuchet MS"/>
                <a:cs typeface="Trebuchet MS"/>
                <a:sym typeface="Trebuchet MS"/>
              </a:rPr>
              <a:t>AJAX</a:t>
            </a:r>
            <a:r>
              <a:rPr lang="en" sz="1100">
                <a:latin typeface="Trebuchet MS"/>
                <a:ea typeface="Trebuchet MS"/>
                <a:cs typeface="Trebuchet MS"/>
                <a:sym typeface="Trebuchet MS"/>
              </a:rPr>
              <a:t> allows web pages to request data from a server asynchronously without reloading the page.</a:t>
            </a:r>
            <a:endParaRPr sz="1100">
              <a:latin typeface="Trebuchet MS"/>
              <a:ea typeface="Trebuchet MS"/>
              <a:cs typeface="Trebuchet MS"/>
              <a:sym typeface="Trebuchet MS"/>
            </a:endParaRPr>
          </a:p>
          <a:p>
            <a:pPr indent="-298450" lvl="0" marL="457200" rtl="0" algn="l">
              <a:spcBef>
                <a:spcPts val="0"/>
              </a:spcBef>
              <a:spcAft>
                <a:spcPts val="0"/>
              </a:spcAft>
              <a:buSzPts val="1100"/>
              <a:buFont typeface="Trebuchet MS"/>
              <a:buChar char="•"/>
            </a:pPr>
            <a:r>
              <a:rPr lang="en" sz="1100">
                <a:latin typeface="Trebuchet MS"/>
                <a:ea typeface="Trebuchet MS"/>
                <a:cs typeface="Trebuchet MS"/>
                <a:sym typeface="Trebuchet MS"/>
              </a:rPr>
              <a:t>It is often used to update parts of a webpage with new data without the need for a full page refresh.</a:t>
            </a:r>
            <a:endParaRPr sz="1100">
              <a:latin typeface="Trebuchet MS"/>
              <a:ea typeface="Trebuchet MS"/>
              <a:cs typeface="Trebuchet MS"/>
              <a:sym typeface="Trebuchet MS"/>
            </a:endParaRPr>
          </a:p>
          <a:p>
            <a:pPr indent="-298450" lvl="0" marL="457200" rtl="0" algn="l">
              <a:spcBef>
                <a:spcPts val="0"/>
              </a:spcBef>
              <a:spcAft>
                <a:spcPts val="0"/>
              </a:spcAft>
              <a:buSzPts val="1100"/>
              <a:buChar char="•"/>
            </a:pPr>
            <a:r>
              <a:rPr lang="en" sz="1100">
                <a:latin typeface="Trebuchet MS"/>
                <a:ea typeface="Trebuchet MS"/>
                <a:cs typeface="Trebuchet MS"/>
                <a:sym typeface="Trebuchet MS"/>
              </a:rPr>
              <a:t>AJAX uses the </a:t>
            </a:r>
            <a:r>
              <a:rPr lang="en" sz="1100">
                <a:solidFill>
                  <a:srgbClr val="188038"/>
                </a:solidFill>
                <a:latin typeface="Trebuchet MS"/>
                <a:ea typeface="Trebuchet MS"/>
                <a:cs typeface="Trebuchet MS"/>
                <a:sym typeface="Trebuchet MS"/>
              </a:rPr>
              <a:t>XMLHttpRequest</a:t>
            </a:r>
            <a:r>
              <a:rPr lang="en" sz="1100">
                <a:latin typeface="Trebuchet MS"/>
                <a:ea typeface="Trebuchet MS"/>
                <a:cs typeface="Trebuchet MS"/>
                <a:sym typeface="Trebuchet MS"/>
              </a:rPr>
              <a:t> object (or </a:t>
            </a:r>
            <a:r>
              <a:rPr lang="en" sz="1100">
                <a:solidFill>
                  <a:srgbClr val="188038"/>
                </a:solidFill>
                <a:latin typeface="Trebuchet MS"/>
                <a:ea typeface="Trebuchet MS"/>
                <a:cs typeface="Trebuchet MS"/>
                <a:sym typeface="Trebuchet MS"/>
              </a:rPr>
              <a:t>fetch</a:t>
            </a:r>
            <a:r>
              <a:rPr lang="en" sz="1100">
                <a:latin typeface="Trebuchet MS"/>
                <a:ea typeface="Trebuchet MS"/>
                <a:cs typeface="Trebuchet MS"/>
                <a:sym typeface="Trebuchet MS"/>
              </a:rPr>
              <a:t> in modern JavaScript) to send requests and handle responses.</a:t>
            </a:r>
            <a:endParaRPr sz="1100">
              <a:latin typeface="Trebuchet MS"/>
              <a:ea typeface="Trebuchet MS"/>
              <a:cs typeface="Trebuchet MS"/>
              <a:sym typeface="Trebuchet MS"/>
            </a:endParaRPr>
          </a:p>
          <a:p>
            <a:pPr indent="0" lvl="0" marL="0" rtl="0" algn="l">
              <a:spcBef>
                <a:spcPts val="480"/>
              </a:spcBef>
              <a:spcAft>
                <a:spcPts val="0"/>
              </a:spcAft>
              <a:buNone/>
            </a:pPr>
            <a:r>
              <a:t/>
            </a:r>
            <a:endParaRPr b="1" sz="1100">
              <a:latin typeface="Trebuchet MS"/>
              <a:ea typeface="Trebuchet MS"/>
              <a:cs typeface="Trebuchet MS"/>
              <a:sym typeface="Trebuchet MS"/>
            </a:endParaRPr>
          </a:p>
          <a:p>
            <a:pPr indent="0" lvl="0" marL="0" rtl="0" algn="l">
              <a:spcBef>
                <a:spcPts val="480"/>
              </a:spcBef>
              <a:spcAft>
                <a:spcPts val="0"/>
              </a:spcAft>
              <a:buNone/>
            </a:pPr>
            <a:r>
              <a:rPr b="1" lang="en" sz="1200">
                <a:latin typeface="Trebuchet MS"/>
                <a:ea typeface="Trebuchet MS"/>
                <a:cs typeface="Trebuchet MS"/>
                <a:sym typeface="Trebuchet MS"/>
              </a:rPr>
              <a:t>GET Request</a:t>
            </a:r>
            <a:endParaRPr b="1" sz="1200">
              <a:latin typeface="Trebuchet MS"/>
              <a:ea typeface="Trebuchet MS"/>
              <a:cs typeface="Trebuchet MS"/>
              <a:sym typeface="Trebuchet MS"/>
            </a:endParaRPr>
          </a:p>
          <a:p>
            <a:pPr indent="0" lvl="0" marL="0" rtl="0" algn="l">
              <a:spcBef>
                <a:spcPts val="480"/>
              </a:spcBef>
              <a:spcAft>
                <a:spcPts val="0"/>
              </a:spcAft>
              <a:buNone/>
            </a:pPr>
            <a:r>
              <a:t/>
            </a:r>
            <a:endParaRPr sz="1100">
              <a:latin typeface="Trebuchet MS"/>
              <a:ea typeface="Trebuchet MS"/>
              <a:cs typeface="Trebuchet MS"/>
              <a:sym typeface="Trebuchet MS"/>
            </a:endParaRPr>
          </a:p>
          <a:p>
            <a:pPr indent="0" lvl="0" marL="0" rtl="0" algn="l">
              <a:spcBef>
                <a:spcPts val="480"/>
              </a:spcBef>
              <a:spcAft>
                <a:spcPts val="0"/>
              </a:spcAft>
              <a:buNone/>
            </a:pPr>
            <a:r>
              <a:rPr lang="en" sz="1100">
                <a:latin typeface="Trebuchet MS"/>
                <a:ea typeface="Trebuchet MS"/>
                <a:cs typeface="Trebuchet MS"/>
                <a:sym typeface="Trebuchet MS"/>
              </a:rPr>
              <a:t>var xhr = new XMLHttpRequest();</a:t>
            </a:r>
            <a:endParaRPr sz="1100">
              <a:latin typeface="Trebuchet MS"/>
              <a:ea typeface="Trebuchet MS"/>
              <a:cs typeface="Trebuchet MS"/>
              <a:sym typeface="Trebuchet MS"/>
            </a:endParaRPr>
          </a:p>
          <a:p>
            <a:pPr indent="0" lvl="0" marL="0" rtl="0" algn="l">
              <a:spcBef>
                <a:spcPts val="480"/>
              </a:spcBef>
              <a:spcAft>
                <a:spcPts val="0"/>
              </a:spcAft>
              <a:buNone/>
            </a:pPr>
            <a:r>
              <a:rPr lang="en" sz="1100">
                <a:latin typeface="Trebuchet MS"/>
                <a:ea typeface="Trebuchet MS"/>
                <a:cs typeface="Trebuchet MS"/>
                <a:sym typeface="Trebuchet MS"/>
              </a:rPr>
              <a:t>xhr.open("GET", "https://jsonplaceholder.typicode.com/todos/1", true); // Request type, URL, async flag</a:t>
            </a:r>
            <a:endParaRPr sz="1100">
              <a:latin typeface="Trebuchet MS"/>
              <a:ea typeface="Trebuchet MS"/>
              <a:cs typeface="Trebuchet MS"/>
              <a:sym typeface="Trebuchet MS"/>
            </a:endParaRPr>
          </a:p>
          <a:p>
            <a:pPr indent="0" lvl="0" marL="0" rtl="0" algn="l">
              <a:spcBef>
                <a:spcPts val="480"/>
              </a:spcBef>
              <a:spcAft>
                <a:spcPts val="0"/>
              </a:spcAft>
              <a:buNone/>
            </a:pPr>
            <a:r>
              <a:rPr lang="en" sz="1100">
                <a:latin typeface="Trebuchet MS"/>
                <a:ea typeface="Trebuchet MS"/>
                <a:cs typeface="Trebuchet MS"/>
                <a:sym typeface="Trebuchet MS"/>
              </a:rPr>
              <a:t>xhr.onreadystatechange = function() {</a:t>
            </a:r>
            <a:endParaRPr sz="1100">
              <a:latin typeface="Trebuchet MS"/>
              <a:ea typeface="Trebuchet MS"/>
              <a:cs typeface="Trebuchet MS"/>
              <a:sym typeface="Trebuchet MS"/>
            </a:endParaRPr>
          </a:p>
          <a:p>
            <a:pPr indent="0" lvl="0" marL="0" rtl="0" algn="l">
              <a:spcBef>
                <a:spcPts val="480"/>
              </a:spcBef>
              <a:spcAft>
                <a:spcPts val="0"/>
              </a:spcAft>
              <a:buNone/>
            </a:pPr>
            <a:r>
              <a:rPr lang="en" sz="1100">
                <a:latin typeface="Trebuchet MS"/>
                <a:ea typeface="Trebuchet MS"/>
                <a:cs typeface="Trebuchet MS"/>
                <a:sym typeface="Trebuchet MS"/>
              </a:rPr>
              <a:t>    if (xhr.readyState === 4 &amp;&amp; xhr.status === 200) {</a:t>
            </a:r>
            <a:endParaRPr sz="1100">
              <a:latin typeface="Trebuchet MS"/>
              <a:ea typeface="Trebuchet MS"/>
              <a:cs typeface="Trebuchet MS"/>
              <a:sym typeface="Trebuchet MS"/>
            </a:endParaRPr>
          </a:p>
          <a:p>
            <a:pPr indent="0" lvl="0" marL="0" rtl="0" algn="l">
              <a:spcBef>
                <a:spcPts val="480"/>
              </a:spcBef>
              <a:spcAft>
                <a:spcPts val="0"/>
              </a:spcAft>
              <a:buNone/>
            </a:pPr>
            <a:r>
              <a:rPr lang="en" sz="1100">
                <a:latin typeface="Trebuchet MS"/>
                <a:ea typeface="Trebuchet MS"/>
                <a:cs typeface="Trebuchet MS"/>
                <a:sym typeface="Trebuchet MS"/>
              </a:rPr>
              <a:t>        var response = JSON.parse(xhr.responseText); // Parse JSON response</a:t>
            </a:r>
            <a:endParaRPr sz="1100">
              <a:latin typeface="Trebuchet MS"/>
              <a:ea typeface="Trebuchet MS"/>
              <a:cs typeface="Trebuchet MS"/>
              <a:sym typeface="Trebuchet MS"/>
            </a:endParaRPr>
          </a:p>
          <a:p>
            <a:pPr indent="0" lvl="0" marL="0" rtl="0" algn="l">
              <a:spcBef>
                <a:spcPts val="480"/>
              </a:spcBef>
              <a:spcAft>
                <a:spcPts val="0"/>
              </a:spcAft>
              <a:buNone/>
            </a:pPr>
            <a:r>
              <a:rPr lang="en" sz="1100">
                <a:latin typeface="Trebuchet MS"/>
                <a:ea typeface="Trebuchet MS"/>
                <a:cs typeface="Trebuchet MS"/>
                <a:sym typeface="Trebuchet MS"/>
              </a:rPr>
              <a:t>        console.log(response);</a:t>
            </a:r>
            <a:endParaRPr sz="1100">
              <a:latin typeface="Trebuchet MS"/>
              <a:ea typeface="Trebuchet MS"/>
              <a:cs typeface="Trebuchet MS"/>
              <a:sym typeface="Trebuchet MS"/>
            </a:endParaRPr>
          </a:p>
          <a:p>
            <a:pPr indent="0" lvl="0" marL="0" rtl="0" algn="l">
              <a:spcBef>
                <a:spcPts val="480"/>
              </a:spcBef>
              <a:spcAft>
                <a:spcPts val="0"/>
              </a:spcAft>
              <a:buNone/>
            </a:pPr>
            <a:r>
              <a:rPr lang="en" sz="1100">
                <a:latin typeface="Trebuchet MS"/>
                <a:ea typeface="Trebuchet MS"/>
                <a:cs typeface="Trebuchet MS"/>
                <a:sym typeface="Trebuchet MS"/>
              </a:rPr>
              <a:t>    }</a:t>
            </a:r>
            <a:endParaRPr sz="1100">
              <a:latin typeface="Trebuchet MS"/>
              <a:ea typeface="Trebuchet MS"/>
              <a:cs typeface="Trebuchet MS"/>
              <a:sym typeface="Trebuchet MS"/>
            </a:endParaRPr>
          </a:p>
          <a:p>
            <a:pPr indent="0" lvl="0" marL="0" rtl="0" algn="l">
              <a:spcBef>
                <a:spcPts val="480"/>
              </a:spcBef>
              <a:spcAft>
                <a:spcPts val="0"/>
              </a:spcAft>
              <a:buNone/>
            </a:pPr>
            <a:r>
              <a:rPr lang="en" sz="1100">
                <a:latin typeface="Trebuchet MS"/>
                <a:ea typeface="Trebuchet MS"/>
                <a:cs typeface="Trebuchet MS"/>
                <a:sym typeface="Trebuchet MS"/>
              </a:rPr>
              <a:t>};</a:t>
            </a:r>
            <a:endParaRPr sz="1100">
              <a:latin typeface="Trebuchet MS"/>
              <a:ea typeface="Trebuchet MS"/>
              <a:cs typeface="Trebuchet MS"/>
              <a:sym typeface="Trebuchet MS"/>
            </a:endParaRPr>
          </a:p>
          <a:p>
            <a:pPr indent="0" lvl="0" marL="0" rtl="0" algn="l">
              <a:spcBef>
                <a:spcPts val="480"/>
              </a:spcBef>
              <a:spcAft>
                <a:spcPts val="0"/>
              </a:spcAft>
              <a:buNone/>
            </a:pPr>
            <a:r>
              <a:rPr lang="en" sz="1100">
                <a:latin typeface="Trebuchet MS"/>
                <a:ea typeface="Trebuchet MS"/>
                <a:cs typeface="Trebuchet MS"/>
                <a:sym typeface="Trebuchet MS"/>
              </a:rPr>
              <a:t>xhr.send(); // Send the request</a:t>
            </a:r>
            <a:endParaRPr sz="1100">
              <a:latin typeface="Trebuchet MS"/>
              <a:ea typeface="Trebuchet MS"/>
              <a:cs typeface="Trebuchet MS"/>
              <a:sym typeface="Trebuchet MS"/>
            </a:endParaRPr>
          </a:p>
          <a:p>
            <a:pPr indent="0" lvl="0" marL="0" rtl="0" algn="l">
              <a:spcBef>
                <a:spcPts val="480"/>
              </a:spcBef>
              <a:spcAft>
                <a:spcPts val="0"/>
              </a:spcAft>
              <a:buNone/>
            </a:pPr>
            <a:r>
              <a:t/>
            </a:r>
            <a:endParaRPr sz="1100">
              <a:latin typeface="Trebuchet MS"/>
              <a:ea typeface="Trebuchet MS"/>
              <a:cs typeface="Trebuchet MS"/>
              <a:sym typeface="Trebuchet MS"/>
            </a:endParaRPr>
          </a:p>
          <a:p>
            <a:pPr indent="0" lvl="0" marL="0" rtl="0" algn="l">
              <a:spcBef>
                <a:spcPts val="480"/>
              </a:spcBef>
              <a:spcAft>
                <a:spcPts val="0"/>
              </a:spcAft>
              <a:buNone/>
            </a:pPr>
            <a:r>
              <a:t/>
            </a:r>
            <a:endParaRPr sz="1100">
              <a:latin typeface="Trebuchet MS"/>
              <a:ea typeface="Trebuchet MS"/>
              <a:cs typeface="Trebuchet MS"/>
              <a:sym typeface="Trebuchet MS"/>
            </a:endParaRPr>
          </a:p>
        </p:txBody>
      </p:sp>
      <p:pic>
        <p:nvPicPr>
          <p:cNvPr id="310" name="Google Shape;310;p49"/>
          <p:cNvPicPr preferRelativeResize="0"/>
          <p:nvPr/>
        </p:nvPicPr>
        <p:blipFill>
          <a:blip r:embed="rId3">
            <a:alphaModFix/>
          </a:blip>
          <a:stretch>
            <a:fillRect/>
          </a:stretch>
        </p:blipFill>
        <p:spPr>
          <a:xfrm>
            <a:off x="6959275" y="116633"/>
            <a:ext cx="2009775" cy="438150"/>
          </a:xfrm>
          <a:prstGeom prst="rect">
            <a:avLst/>
          </a:prstGeom>
          <a:noFill/>
          <a:ln>
            <a:noFill/>
          </a:ln>
        </p:spPr>
      </p:pic>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4" name="Shape 314"/>
        <p:cNvGrpSpPr/>
        <p:nvPr/>
      </p:nvGrpSpPr>
      <p:grpSpPr>
        <a:xfrm>
          <a:off x="0" y="0"/>
          <a:ext cx="0" cy="0"/>
          <a:chOff x="0" y="0"/>
          <a:chExt cx="0" cy="0"/>
        </a:xfrm>
      </p:grpSpPr>
      <p:sp>
        <p:nvSpPr>
          <p:cNvPr id="315" name="Google Shape;315;p50"/>
          <p:cNvSpPr txBox="1"/>
          <p:nvPr>
            <p:ph type="title"/>
          </p:nvPr>
        </p:nvSpPr>
        <p:spPr>
          <a:xfrm>
            <a:off x="226159" y="111899"/>
            <a:ext cx="8564400" cy="4476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b="1" lang="en" sz="2400">
                <a:latin typeface="Trebuchet MS"/>
                <a:ea typeface="Trebuchet MS"/>
                <a:cs typeface="Trebuchet MS"/>
                <a:sym typeface="Trebuchet MS"/>
              </a:rPr>
              <a:t>AJAX (Asynchronous JavaScript And XML)</a:t>
            </a:r>
            <a:endParaRPr b="1" sz="2400">
              <a:latin typeface="Trebuchet MS"/>
              <a:ea typeface="Trebuchet MS"/>
              <a:cs typeface="Trebuchet MS"/>
              <a:sym typeface="Trebuchet MS"/>
            </a:endParaRPr>
          </a:p>
        </p:txBody>
      </p:sp>
      <p:sp>
        <p:nvSpPr>
          <p:cNvPr id="316" name="Google Shape;316;p50"/>
          <p:cNvSpPr txBox="1"/>
          <p:nvPr>
            <p:ph idx="1" type="body"/>
          </p:nvPr>
        </p:nvSpPr>
        <p:spPr>
          <a:xfrm>
            <a:off x="289809" y="621778"/>
            <a:ext cx="8564400" cy="3630900"/>
          </a:xfrm>
          <a:prstGeom prst="rect">
            <a:avLst/>
          </a:prstGeom>
        </p:spPr>
        <p:txBody>
          <a:bodyPr anchorCtr="0" anchor="t" bIns="91425" lIns="91425" spcFirstLastPara="1" rIns="91425" wrap="square" tIns="91425">
            <a:noAutofit/>
          </a:bodyPr>
          <a:lstStyle/>
          <a:p>
            <a:pPr indent="0" lvl="0" marL="0" rtl="0" algn="l">
              <a:spcBef>
                <a:spcPts val="480"/>
              </a:spcBef>
              <a:spcAft>
                <a:spcPts val="0"/>
              </a:spcAft>
              <a:buNone/>
            </a:pPr>
            <a:r>
              <a:t/>
            </a:r>
            <a:endParaRPr b="1" sz="1100">
              <a:latin typeface="Trebuchet MS"/>
              <a:ea typeface="Trebuchet MS"/>
              <a:cs typeface="Trebuchet MS"/>
              <a:sym typeface="Trebuchet MS"/>
            </a:endParaRPr>
          </a:p>
          <a:p>
            <a:pPr indent="0" lvl="0" marL="0" rtl="0" algn="l">
              <a:spcBef>
                <a:spcPts val="480"/>
              </a:spcBef>
              <a:spcAft>
                <a:spcPts val="0"/>
              </a:spcAft>
              <a:buNone/>
            </a:pPr>
            <a:r>
              <a:rPr b="1" lang="en" sz="1200">
                <a:latin typeface="Trebuchet MS"/>
                <a:ea typeface="Trebuchet MS"/>
                <a:cs typeface="Trebuchet MS"/>
                <a:sym typeface="Trebuchet MS"/>
              </a:rPr>
              <a:t>POST Request</a:t>
            </a:r>
            <a:endParaRPr b="1" sz="1200">
              <a:latin typeface="Trebuchet MS"/>
              <a:ea typeface="Trebuchet MS"/>
              <a:cs typeface="Trebuchet MS"/>
              <a:sym typeface="Trebuchet MS"/>
            </a:endParaRPr>
          </a:p>
          <a:p>
            <a:pPr indent="0" lvl="0" marL="0" rtl="0" algn="l">
              <a:spcBef>
                <a:spcPts val="480"/>
              </a:spcBef>
              <a:spcAft>
                <a:spcPts val="0"/>
              </a:spcAft>
              <a:buNone/>
            </a:pPr>
            <a:r>
              <a:t/>
            </a:r>
            <a:endParaRPr sz="1100">
              <a:latin typeface="Trebuchet MS"/>
              <a:ea typeface="Trebuchet MS"/>
              <a:cs typeface="Trebuchet MS"/>
              <a:sym typeface="Trebuchet MS"/>
            </a:endParaRPr>
          </a:p>
          <a:p>
            <a:pPr indent="0" lvl="0" marL="0" rtl="0" algn="l">
              <a:spcBef>
                <a:spcPts val="480"/>
              </a:spcBef>
              <a:spcAft>
                <a:spcPts val="0"/>
              </a:spcAft>
              <a:buClr>
                <a:schemeClr val="dk1"/>
              </a:buClr>
              <a:buSzPts val="1100"/>
              <a:buFont typeface="Arial"/>
              <a:buNone/>
            </a:pPr>
            <a:r>
              <a:rPr lang="en" sz="1100">
                <a:latin typeface="Trebuchet MS"/>
                <a:ea typeface="Trebuchet MS"/>
                <a:cs typeface="Trebuchet MS"/>
                <a:sym typeface="Trebuchet MS"/>
              </a:rPr>
              <a:t>var xhr = new XMLHttpRequest();</a:t>
            </a:r>
            <a:endParaRPr sz="1100">
              <a:latin typeface="Trebuchet MS"/>
              <a:ea typeface="Trebuchet MS"/>
              <a:cs typeface="Trebuchet MS"/>
              <a:sym typeface="Trebuchet MS"/>
            </a:endParaRPr>
          </a:p>
          <a:p>
            <a:pPr indent="0" lvl="0" marL="0" rtl="0" algn="l">
              <a:spcBef>
                <a:spcPts val="480"/>
              </a:spcBef>
              <a:spcAft>
                <a:spcPts val="0"/>
              </a:spcAft>
              <a:buClr>
                <a:schemeClr val="dk1"/>
              </a:buClr>
              <a:buSzPts val="1100"/>
              <a:buFont typeface="Arial"/>
              <a:buNone/>
            </a:pPr>
            <a:r>
              <a:rPr lang="en" sz="1100">
                <a:latin typeface="Trebuchet MS"/>
                <a:ea typeface="Trebuchet MS"/>
                <a:cs typeface="Trebuchet MS"/>
                <a:sym typeface="Trebuchet MS"/>
              </a:rPr>
              <a:t>xhr.open("POST", "https://api.example.com/submit", true);</a:t>
            </a:r>
            <a:endParaRPr sz="1100">
              <a:latin typeface="Trebuchet MS"/>
              <a:ea typeface="Trebuchet MS"/>
              <a:cs typeface="Trebuchet MS"/>
              <a:sym typeface="Trebuchet MS"/>
            </a:endParaRPr>
          </a:p>
          <a:p>
            <a:pPr indent="0" lvl="0" marL="0" rtl="0" algn="l">
              <a:spcBef>
                <a:spcPts val="480"/>
              </a:spcBef>
              <a:spcAft>
                <a:spcPts val="0"/>
              </a:spcAft>
              <a:buClr>
                <a:schemeClr val="dk1"/>
              </a:buClr>
              <a:buSzPts val="1100"/>
              <a:buFont typeface="Arial"/>
              <a:buNone/>
            </a:pPr>
            <a:r>
              <a:rPr lang="en" sz="1100">
                <a:latin typeface="Trebuchet MS"/>
                <a:ea typeface="Trebuchet MS"/>
                <a:cs typeface="Trebuchet MS"/>
                <a:sym typeface="Trebuchet MS"/>
              </a:rPr>
              <a:t>xhr.setRequestHeader("Content-Type", "application/json"); // Set the content type</a:t>
            </a:r>
            <a:endParaRPr sz="1100">
              <a:latin typeface="Trebuchet MS"/>
              <a:ea typeface="Trebuchet MS"/>
              <a:cs typeface="Trebuchet MS"/>
              <a:sym typeface="Trebuchet MS"/>
            </a:endParaRPr>
          </a:p>
          <a:p>
            <a:pPr indent="0" lvl="0" marL="0" rtl="0" algn="l">
              <a:spcBef>
                <a:spcPts val="480"/>
              </a:spcBef>
              <a:spcAft>
                <a:spcPts val="0"/>
              </a:spcAft>
              <a:buClr>
                <a:schemeClr val="dk1"/>
              </a:buClr>
              <a:buSzPts val="1100"/>
              <a:buFont typeface="Arial"/>
              <a:buNone/>
            </a:pPr>
            <a:r>
              <a:rPr lang="en" sz="1100">
                <a:latin typeface="Trebuchet MS"/>
                <a:ea typeface="Trebuchet MS"/>
                <a:cs typeface="Trebuchet MS"/>
                <a:sym typeface="Trebuchet MS"/>
              </a:rPr>
              <a:t>xhr.onreadystatechange = function() {</a:t>
            </a:r>
            <a:endParaRPr sz="1100">
              <a:latin typeface="Trebuchet MS"/>
              <a:ea typeface="Trebuchet MS"/>
              <a:cs typeface="Trebuchet MS"/>
              <a:sym typeface="Trebuchet MS"/>
            </a:endParaRPr>
          </a:p>
          <a:p>
            <a:pPr indent="0" lvl="0" marL="0" rtl="0" algn="l">
              <a:spcBef>
                <a:spcPts val="480"/>
              </a:spcBef>
              <a:spcAft>
                <a:spcPts val="0"/>
              </a:spcAft>
              <a:buClr>
                <a:schemeClr val="dk1"/>
              </a:buClr>
              <a:buSzPts val="1100"/>
              <a:buFont typeface="Arial"/>
              <a:buNone/>
            </a:pPr>
            <a:r>
              <a:rPr lang="en" sz="1100">
                <a:latin typeface="Trebuchet MS"/>
                <a:ea typeface="Trebuchet MS"/>
                <a:cs typeface="Trebuchet MS"/>
                <a:sym typeface="Trebuchet MS"/>
              </a:rPr>
              <a:t>    if (xhr.readyState === 4 &amp;&amp; xhr.status === 200) {</a:t>
            </a:r>
            <a:endParaRPr sz="1100">
              <a:latin typeface="Trebuchet MS"/>
              <a:ea typeface="Trebuchet MS"/>
              <a:cs typeface="Trebuchet MS"/>
              <a:sym typeface="Trebuchet MS"/>
            </a:endParaRPr>
          </a:p>
          <a:p>
            <a:pPr indent="0" lvl="0" marL="0" rtl="0" algn="l">
              <a:spcBef>
                <a:spcPts val="480"/>
              </a:spcBef>
              <a:spcAft>
                <a:spcPts val="0"/>
              </a:spcAft>
              <a:buClr>
                <a:schemeClr val="dk1"/>
              </a:buClr>
              <a:buSzPts val="1100"/>
              <a:buFont typeface="Arial"/>
              <a:buNone/>
            </a:pPr>
            <a:r>
              <a:rPr lang="en" sz="1100">
                <a:latin typeface="Trebuchet MS"/>
                <a:ea typeface="Trebuchet MS"/>
                <a:cs typeface="Trebuchet MS"/>
                <a:sym typeface="Trebuchet MS"/>
              </a:rPr>
              <a:t>        var response = JSON.parse(xhr.responseText);</a:t>
            </a:r>
            <a:endParaRPr sz="1100">
              <a:latin typeface="Trebuchet MS"/>
              <a:ea typeface="Trebuchet MS"/>
              <a:cs typeface="Trebuchet MS"/>
              <a:sym typeface="Trebuchet MS"/>
            </a:endParaRPr>
          </a:p>
          <a:p>
            <a:pPr indent="0" lvl="0" marL="0" rtl="0" algn="l">
              <a:spcBef>
                <a:spcPts val="480"/>
              </a:spcBef>
              <a:spcAft>
                <a:spcPts val="0"/>
              </a:spcAft>
              <a:buClr>
                <a:schemeClr val="dk1"/>
              </a:buClr>
              <a:buSzPts val="1100"/>
              <a:buFont typeface="Arial"/>
              <a:buNone/>
            </a:pPr>
            <a:r>
              <a:rPr lang="en" sz="1100">
                <a:latin typeface="Trebuchet MS"/>
                <a:ea typeface="Trebuchet MS"/>
                <a:cs typeface="Trebuchet MS"/>
                <a:sym typeface="Trebuchet MS"/>
              </a:rPr>
              <a:t>        console.log(response);</a:t>
            </a:r>
            <a:endParaRPr sz="1100">
              <a:latin typeface="Trebuchet MS"/>
              <a:ea typeface="Trebuchet MS"/>
              <a:cs typeface="Trebuchet MS"/>
              <a:sym typeface="Trebuchet MS"/>
            </a:endParaRPr>
          </a:p>
          <a:p>
            <a:pPr indent="0" lvl="0" marL="0" rtl="0" algn="l">
              <a:spcBef>
                <a:spcPts val="480"/>
              </a:spcBef>
              <a:spcAft>
                <a:spcPts val="0"/>
              </a:spcAft>
              <a:buClr>
                <a:schemeClr val="dk1"/>
              </a:buClr>
              <a:buSzPts val="1100"/>
              <a:buFont typeface="Arial"/>
              <a:buNone/>
            </a:pPr>
            <a:r>
              <a:rPr lang="en" sz="1100">
                <a:latin typeface="Trebuchet MS"/>
                <a:ea typeface="Trebuchet MS"/>
                <a:cs typeface="Trebuchet MS"/>
                <a:sym typeface="Trebuchet MS"/>
              </a:rPr>
              <a:t>    }</a:t>
            </a:r>
            <a:endParaRPr sz="1100">
              <a:latin typeface="Trebuchet MS"/>
              <a:ea typeface="Trebuchet MS"/>
              <a:cs typeface="Trebuchet MS"/>
              <a:sym typeface="Trebuchet MS"/>
            </a:endParaRPr>
          </a:p>
          <a:p>
            <a:pPr indent="0" lvl="0" marL="0" rtl="0" algn="l">
              <a:spcBef>
                <a:spcPts val="480"/>
              </a:spcBef>
              <a:spcAft>
                <a:spcPts val="0"/>
              </a:spcAft>
              <a:buClr>
                <a:schemeClr val="dk1"/>
              </a:buClr>
              <a:buSzPts val="1100"/>
              <a:buFont typeface="Arial"/>
              <a:buNone/>
            </a:pPr>
            <a:r>
              <a:rPr lang="en" sz="1100">
                <a:latin typeface="Trebuchet MS"/>
                <a:ea typeface="Trebuchet MS"/>
                <a:cs typeface="Trebuchet MS"/>
                <a:sym typeface="Trebuchet MS"/>
              </a:rPr>
              <a:t>};</a:t>
            </a:r>
            <a:endParaRPr sz="1100">
              <a:latin typeface="Trebuchet MS"/>
              <a:ea typeface="Trebuchet MS"/>
              <a:cs typeface="Trebuchet MS"/>
              <a:sym typeface="Trebuchet MS"/>
            </a:endParaRPr>
          </a:p>
          <a:p>
            <a:pPr indent="0" lvl="0" marL="0" rtl="0" algn="l">
              <a:spcBef>
                <a:spcPts val="480"/>
              </a:spcBef>
              <a:spcAft>
                <a:spcPts val="0"/>
              </a:spcAft>
              <a:buClr>
                <a:schemeClr val="dk1"/>
              </a:buClr>
              <a:buSzPts val="1100"/>
              <a:buFont typeface="Arial"/>
              <a:buNone/>
            </a:pPr>
            <a:r>
              <a:rPr lang="en" sz="1100">
                <a:latin typeface="Trebuchet MS"/>
                <a:ea typeface="Trebuchet MS"/>
                <a:cs typeface="Trebuchet MS"/>
                <a:sym typeface="Trebuchet MS"/>
              </a:rPr>
              <a:t>var data = JSON.stringify({ name: "John", age: 30 }); // Prepare data as JSON</a:t>
            </a:r>
            <a:endParaRPr sz="1100">
              <a:latin typeface="Trebuchet MS"/>
              <a:ea typeface="Trebuchet MS"/>
              <a:cs typeface="Trebuchet MS"/>
              <a:sym typeface="Trebuchet MS"/>
            </a:endParaRPr>
          </a:p>
          <a:p>
            <a:pPr indent="0" lvl="0" marL="0" rtl="0" algn="l">
              <a:spcBef>
                <a:spcPts val="480"/>
              </a:spcBef>
              <a:spcAft>
                <a:spcPts val="0"/>
              </a:spcAft>
              <a:buClr>
                <a:schemeClr val="dk1"/>
              </a:buClr>
              <a:buSzPts val="1100"/>
              <a:buFont typeface="Arial"/>
              <a:buNone/>
            </a:pPr>
            <a:r>
              <a:rPr lang="en" sz="1100">
                <a:latin typeface="Trebuchet MS"/>
                <a:ea typeface="Trebuchet MS"/>
                <a:cs typeface="Trebuchet MS"/>
                <a:sym typeface="Trebuchet MS"/>
              </a:rPr>
              <a:t>xhr.send(data); // Send the request with data</a:t>
            </a:r>
            <a:endParaRPr sz="1100">
              <a:latin typeface="Trebuchet MS"/>
              <a:ea typeface="Trebuchet MS"/>
              <a:cs typeface="Trebuchet MS"/>
              <a:sym typeface="Trebuchet MS"/>
            </a:endParaRPr>
          </a:p>
          <a:p>
            <a:pPr indent="0" lvl="0" marL="0" rtl="0" algn="l">
              <a:spcBef>
                <a:spcPts val="480"/>
              </a:spcBef>
              <a:spcAft>
                <a:spcPts val="0"/>
              </a:spcAft>
              <a:buClr>
                <a:schemeClr val="dk1"/>
              </a:buClr>
              <a:buSzPts val="1100"/>
              <a:buFont typeface="Arial"/>
              <a:buNone/>
            </a:pPr>
            <a:br>
              <a:rPr lang="en" sz="1100">
                <a:latin typeface="Trebuchet MS"/>
                <a:ea typeface="Trebuchet MS"/>
                <a:cs typeface="Trebuchet MS"/>
                <a:sym typeface="Trebuchet MS"/>
              </a:rPr>
            </a:br>
            <a:br>
              <a:rPr lang="en" sz="1100">
                <a:latin typeface="Trebuchet MS"/>
                <a:ea typeface="Trebuchet MS"/>
                <a:cs typeface="Trebuchet MS"/>
                <a:sym typeface="Trebuchet MS"/>
              </a:rPr>
            </a:br>
            <a:r>
              <a:rPr lang="en" sz="1100">
                <a:latin typeface="Trebuchet MS"/>
                <a:ea typeface="Trebuchet MS"/>
                <a:cs typeface="Trebuchet MS"/>
                <a:sym typeface="Trebuchet MS"/>
              </a:rPr>
              <a:t>Live example: </a:t>
            </a:r>
            <a:r>
              <a:rPr lang="en" sz="1100" u="sng">
                <a:solidFill>
                  <a:schemeClr val="hlink"/>
                </a:solidFill>
                <a:latin typeface="Trebuchet MS"/>
                <a:ea typeface="Trebuchet MS"/>
                <a:cs typeface="Trebuchet MS"/>
                <a:sym typeface="Trebuchet MS"/>
                <a:hlinkClick r:id="rId3"/>
              </a:rPr>
              <a:t>https://www.w3schools.com/xml/tryit.asp?filename=tryajax_first</a:t>
            </a:r>
            <a:endParaRPr sz="1100">
              <a:latin typeface="Trebuchet MS"/>
              <a:ea typeface="Trebuchet MS"/>
              <a:cs typeface="Trebuchet MS"/>
              <a:sym typeface="Trebuchet MS"/>
            </a:endParaRPr>
          </a:p>
          <a:p>
            <a:pPr indent="0" lvl="0" marL="0" rtl="0" algn="l">
              <a:spcBef>
                <a:spcPts val="480"/>
              </a:spcBef>
              <a:spcAft>
                <a:spcPts val="0"/>
              </a:spcAft>
              <a:buNone/>
            </a:pPr>
            <a:r>
              <a:t/>
            </a:r>
            <a:endParaRPr sz="1100">
              <a:latin typeface="Trebuchet MS"/>
              <a:ea typeface="Trebuchet MS"/>
              <a:cs typeface="Trebuchet MS"/>
              <a:sym typeface="Trebuchet MS"/>
            </a:endParaRPr>
          </a:p>
          <a:p>
            <a:pPr indent="0" lvl="0" marL="0" rtl="0" algn="l">
              <a:spcBef>
                <a:spcPts val="480"/>
              </a:spcBef>
              <a:spcAft>
                <a:spcPts val="0"/>
              </a:spcAft>
              <a:buNone/>
            </a:pPr>
            <a:r>
              <a:t/>
            </a:r>
            <a:endParaRPr sz="1100">
              <a:latin typeface="Trebuchet MS"/>
              <a:ea typeface="Trebuchet MS"/>
              <a:cs typeface="Trebuchet MS"/>
              <a:sym typeface="Trebuchet MS"/>
            </a:endParaRPr>
          </a:p>
          <a:p>
            <a:pPr indent="0" lvl="0" marL="0" rtl="0" algn="l">
              <a:spcBef>
                <a:spcPts val="480"/>
              </a:spcBef>
              <a:spcAft>
                <a:spcPts val="0"/>
              </a:spcAft>
              <a:buNone/>
            </a:pPr>
            <a:r>
              <a:t/>
            </a:r>
            <a:endParaRPr sz="1100">
              <a:latin typeface="Trebuchet MS"/>
              <a:ea typeface="Trebuchet MS"/>
              <a:cs typeface="Trebuchet MS"/>
              <a:sym typeface="Trebuchet MS"/>
            </a:endParaRPr>
          </a:p>
        </p:txBody>
      </p:sp>
      <p:pic>
        <p:nvPicPr>
          <p:cNvPr id="317" name="Google Shape;317;p50"/>
          <p:cNvPicPr preferRelativeResize="0"/>
          <p:nvPr/>
        </p:nvPicPr>
        <p:blipFill>
          <a:blip r:embed="rId4">
            <a:alphaModFix/>
          </a:blip>
          <a:stretch>
            <a:fillRect/>
          </a:stretch>
        </p:blipFill>
        <p:spPr>
          <a:xfrm>
            <a:off x="6959275" y="116633"/>
            <a:ext cx="2009775" cy="438150"/>
          </a:xfrm>
          <a:prstGeom prst="rect">
            <a:avLst/>
          </a:prstGeom>
          <a:noFill/>
          <a:ln>
            <a:noFill/>
          </a:ln>
        </p:spPr>
      </p:pic>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1" name="Shape 321"/>
        <p:cNvGrpSpPr/>
        <p:nvPr/>
      </p:nvGrpSpPr>
      <p:grpSpPr>
        <a:xfrm>
          <a:off x="0" y="0"/>
          <a:ext cx="0" cy="0"/>
          <a:chOff x="0" y="0"/>
          <a:chExt cx="0" cy="0"/>
        </a:xfrm>
      </p:grpSpPr>
      <p:sp>
        <p:nvSpPr>
          <p:cNvPr id="322" name="Google Shape;322;p51"/>
          <p:cNvSpPr txBox="1"/>
          <p:nvPr>
            <p:ph type="title"/>
          </p:nvPr>
        </p:nvSpPr>
        <p:spPr>
          <a:xfrm>
            <a:off x="128159" y="2052221"/>
            <a:ext cx="8564400" cy="4476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chemeClr val="dk1"/>
              </a:buClr>
              <a:buSzPts val="2800"/>
              <a:buFont typeface="Calibri"/>
              <a:buNone/>
            </a:pPr>
            <a:r>
              <a:rPr b="0" i="0" lang="en" sz="2800" u="none" cap="none" strike="noStrike">
                <a:solidFill>
                  <a:schemeClr val="dk1"/>
                </a:solidFill>
                <a:latin typeface="Calibri"/>
                <a:ea typeface="Calibri"/>
                <a:cs typeface="Calibri"/>
                <a:sym typeface="Calibri"/>
              </a:rPr>
              <a:t>Thank You</a:t>
            </a:r>
            <a:endParaRPr b="0" i="0" sz="2800" u="none" cap="none" strike="noStrike">
              <a:solidFill>
                <a:schemeClr val="dk1"/>
              </a:solidFill>
              <a:latin typeface="Calibri"/>
              <a:ea typeface="Calibri"/>
              <a:cs typeface="Calibri"/>
              <a:sym typeface="Calibri"/>
            </a:endParaRPr>
          </a:p>
        </p:txBody>
      </p:sp>
      <p:pic>
        <p:nvPicPr>
          <p:cNvPr id="323" name="Google Shape;323;p51"/>
          <p:cNvPicPr preferRelativeResize="0"/>
          <p:nvPr/>
        </p:nvPicPr>
        <p:blipFill>
          <a:blip r:embed="rId3">
            <a:alphaModFix/>
          </a:blip>
          <a:stretch>
            <a:fillRect/>
          </a:stretch>
        </p:blipFill>
        <p:spPr>
          <a:xfrm>
            <a:off x="6959275" y="116633"/>
            <a:ext cx="2009775" cy="438150"/>
          </a:xfrm>
          <a:prstGeom prst="rect">
            <a:avLst/>
          </a:prstGeom>
          <a:noFill/>
          <a:ln>
            <a:noFill/>
          </a:ln>
        </p:spPr>
      </p:pic>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7" name="Shape 327"/>
        <p:cNvGrpSpPr/>
        <p:nvPr/>
      </p:nvGrpSpPr>
      <p:grpSpPr>
        <a:xfrm>
          <a:off x="0" y="0"/>
          <a:ext cx="0" cy="0"/>
          <a:chOff x="0" y="0"/>
          <a:chExt cx="0" cy="0"/>
        </a:xfrm>
      </p:grpSpPr>
      <p:sp>
        <p:nvSpPr>
          <p:cNvPr id="328" name="Google Shape;328;p52"/>
          <p:cNvSpPr txBox="1"/>
          <p:nvPr>
            <p:ph type="title"/>
          </p:nvPr>
        </p:nvSpPr>
        <p:spPr>
          <a:xfrm>
            <a:off x="280559" y="438574"/>
            <a:ext cx="8564400" cy="4476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Exercise</a:t>
            </a:r>
            <a:r>
              <a:rPr lang="en"/>
              <a:t> </a:t>
            </a:r>
            <a:endParaRPr/>
          </a:p>
        </p:txBody>
      </p:sp>
      <p:sp>
        <p:nvSpPr>
          <p:cNvPr id="329" name="Google Shape;329;p52"/>
          <p:cNvSpPr txBox="1"/>
          <p:nvPr>
            <p:ph idx="1" type="body"/>
          </p:nvPr>
        </p:nvSpPr>
        <p:spPr>
          <a:xfrm>
            <a:off x="280559" y="963628"/>
            <a:ext cx="8564400" cy="3630900"/>
          </a:xfrm>
          <a:prstGeom prst="rect">
            <a:avLst/>
          </a:prstGeom>
        </p:spPr>
        <p:txBody>
          <a:bodyPr anchorCtr="0" anchor="t" bIns="91425" lIns="91425" spcFirstLastPara="1" rIns="91425" wrap="square" tIns="91425">
            <a:noAutofit/>
          </a:bodyPr>
          <a:lstStyle/>
          <a:p>
            <a:pPr indent="0" lvl="0" marL="0" rtl="0" algn="l">
              <a:spcBef>
                <a:spcPts val="480"/>
              </a:spcBef>
              <a:spcAft>
                <a:spcPts val="0"/>
              </a:spcAft>
              <a:buNone/>
            </a:pPr>
            <a:r>
              <a:rPr lang="en" u="sng">
                <a:solidFill>
                  <a:schemeClr val="hlink"/>
                </a:solidFill>
                <a:hlinkClick r:id="rId3"/>
              </a:rPr>
              <a:t>https://docs.google.com/document/d/1AMShmgeqPNAlOMxF7cmaJS_zr5qajtoCLCTAdtSgIwY/edit?tab=t.0</a:t>
            </a:r>
            <a:br>
              <a:rPr lang="en"/>
            </a:br>
            <a:br>
              <a:rPr lang="en"/>
            </a:br>
            <a:r>
              <a:rPr lang="en"/>
              <a:t>https://mail.google.com/mail/u/0/#chat/dm/6iKC3cAAAAE</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