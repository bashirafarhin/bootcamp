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Roboto Mono"/>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Mon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Mono-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obotoMono-italic.fntdata"/><Relationship Id="rId6" Type="http://schemas.openxmlformats.org/officeDocument/2006/relationships/slide" Target="slides/slide1.xml"/><Relationship Id="rId18" Type="http://schemas.openxmlformats.org/officeDocument/2006/relationships/font" Target="fonts/RobotoMono-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2df2adbaf9_0_397: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g32df2adbaf9_0_3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2df2adbaf9_0_1202: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g32df2adbaf9_0_120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2df2adbaf9_0_1407: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g32df2adbaf9_0_14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2df2adbaf9_0_1604: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g32df2adbaf9_0_16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2df2adbaf9_0_18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g32df2adbaf9_0_18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2df2adbaf9_0_2195: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g32df2adbaf9_0_21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2df2adbaf9_0_2392: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g32df2adbaf9_0_23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2df2adbaf9_0_2397: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g32df2adbaf9_0_23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2df2adbaf9_0_2402: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g32df2adbaf9_0_240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2df2adbaf9_0_26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g32df2adbaf9_0_26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3bd8407e09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g33bd8407e09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50" name="Shape 50"/>
        <p:cNvGrpSpPr/>
        <p:nvPr/>
      </p:nvGrpSpPr>
      <p:grpSpPr>
        <a:xfrm>
          <a:off x="0" y="0"/>
          <a:ext cx="0" cy="0"/>
          <a:chOff x="0" y="0"/>
          <a:chExt cx="0" cy="0"/>
        </a:xfrm>
      </p:grpSpPr>
      <p:sp>
        <p:nvSpPr>
          <p:cNvPr id="51" name="Google Shape;51;p13"/>
          <p:cNvSpPr txBox="1"/>
          <p:nvPr>
            <p:ph idx="10" type="dt"/>
          </p:nvPr>
        </p:nvSpPr>
        <p:spPr>
          <a:xfrm>
            <a:off x="457200" y="4767262"/>
            <a:ext cx="2133600" cy="2739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9pPr>
          </a:lstStyle>
          <a:p/>
        </p:txBody>
      </p:sp>
      <p:sp>
        <p:nvSpPr>
          <p:cNvPr id="52" name="Google Shape;52;p13"/>
          <p:cNvSpPr txBox="1"/>
          <p:nvPr>
            <p:ph idx="11" type="ftr"/>
          </p:nvPr>
        </p:nvSpPr>
        <p:spPr>
          <a:xfrm>
            <a:off x="3124200" y="4767262"/>
            <a:ext cx="2895600" cy="273900"/>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9pPr>
          </a:lstStyle>
          <a:p/>
        </p:txBody>
      </p:sp>
      <p:sp>
        <p:nvSpPr>
          <p:cNvPr id="53" name="Google Shape;53;p13"/>
          <p:cNvSpPr txBox="1"/>
          <p:nvPr>
            <p:ph idx="12" type="sldNum"/>
          </p:nvPr>
        </p:nvSpPr>
        <p:spPr>
          <a:xfrm>
            <a:off x="6553200" y="4767262"/>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3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3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3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3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3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3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3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3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3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13"/>
          <p:cNvSpPr txBox="1"/>
          <p:nvPr>
            <p:ph idx="1" type="body"/>
          </p:nvPr>
        </p:nvSpPr>
        <p:spPr>
          <a:xfrm>
            <a:off x="1481137" y="2138361"/>
            <a:ext cx="6435600" cy="1121700"/>
          </a:xfrm>
          <a:prstGeom prst="rect">
            <a:avLst/>
          </a:prstGeom>
          <a:noFill/>
          <a:ln>
            <a:noFill/>
          </a:ln>
        </p:spPr>
        <p:txBody>
          <a:bodyPr anchorCtr="0" anchor="t" bIns="91425" lIns="91425" spcFirstLastPara="1" rIns="91425" wrap="square" tIns="91425">
            <a:noAutofit/>
          </a:bodyPr>
          <a:lstStyle>
            <a:lvl1pPr indent="-228600" lvl="0" marL="457200" marR="0" algn="ctr">
              <a:lnSpc>
                <a:spcPct val="100000"/>
              </a:lnSpc>
              <a:spcBef>
                <a:spcPts val="700"/>
              </a:spcBef>
              <a:spcAft>
                <a:spcPts val="0"/>
              </a:spcAft>
              <a:buClr>
                <a:schemeClr val="dk2"/>
              </a:buClr>
              <a:buSzPts val="3500"/>
              <a:buFont typeface="Arial"/>
              <a:buNone/>
              <a:defRPr b="1" i="0" sz="3500" u="none" cap="none" strike="noStrike">
                <a:solidFill>
                  <a:schemeClr val="dk2"/>
                </a:solidFill>
                <a:latin typeface="Calibri"/>
                <a:ea typeface="Calibri"/>
                <a:cs typeface="Calibri"/>
                <a:sym typeface="Calibri"/>
              </a:defRPr>
            </a:lvl1pPr>
            <a:lvl2pPr indent="-355600" lvl="1" marL="914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2pPr>
            <a:lvl3pPr indent="-342900" lvl="2" marL="1371600" marR="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30200" lvl="3" marL="18288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5" name="Shape 55"/>
        <p:cNvGrpSpPr/>
        <p:nvPr/>
      </p:nvGrpSpPr>
      <p:grpSpPr>
        <a:xfrm>
          <a:off x="0" y="0"/>
          <a:ext cx="0" cy="0"/>
          <a:chOff x="0" y="0"/>
          <a:chExt cx="0" cy="0"/>
        </a:xfrm>
      </p:grpSpPr>
      <p:sp>
        <p:nvSpPr>
          <p:cNvPr id="56" name="Google Shape;56;p14"/>
          <p:cNvSpPr txBox="1"/>
          <p:nvPr>
            <p:ph type="title"/>
          </p:nvPr>
        </p:nvSpPr>
        <p:spPr>
          <a:xfrm>
            <a:off x="280559" y="438574"/>
            <a:ext cx="8564400" cy="4476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chemeClr val="dk1"/>
              </a:buClr>
              <a:buSzPts val="2800"/>
              <a:buFont typeface="Calibri"/>
              <a:buNone/>
              <a:defRPr b="0" i="0" sz="2800" u="none" cap="none" strike="noStrike">
                <a:solidFill>
                  <a:schemeClr val="dk1"/>
                </a:solidFill>
                <a:latin typeface="Calibri"/>
                <a:ea typeface="Calibri"/>
                <a:cs typeface="Calibri"/>
                <a:sym typeface="Calibri"/>
              </a:defRPr>
            </a:lvl1pPr>
            <a:lvl2pPr lvl="1" algn="l">
              <a:lnSpc>
                <a:spcPct val="100000"/>
              </a:lnSpc>
              <a:spcBef>
                <a:spcPts val="0"/>
              </a:spcBef>
              <a:spcAft>
                <a:spcPts val="0"/>
              </a:spcAft>
              <a:buSzPts val="1800"/>
              <a:buFont typeface="Arial"/>
              <a:buNone/>
              <a:defRPr sz="1800"/>
            </a:lvl2pPr>
            <a:lvl3pPr lvl="2" algn="l">
              <a:lnSpc>
                <a:spcPct val="100000"/>
              </a:lnSpc>
              <a:spcBef>
                <a:spcPts val="0"/>
              </a:spcBef>
              <a:spcAft>
                <a:spcPts val="0"/>
              </a:spcAft>
              <a:buSzPts val="1800"/>
              <a:buFont typeface="Arial"/>
              <a:buNone/>
              <a:defRPr sz="1800"/>
            </a:lvl3pPr>
            <a:lvl4pPr lvl="3" algn="l">
              <a:lnSpc>
                <a:spcPct val="100000"/>
              </a:lnSpc>
              <a:spcBef>
                <a:spcPts val="0"/>
              </a:spcBef>
              <a:spcAft>
                <a:spcPts val="0"/>
              </a:spcAft>
              <a:buSzPts val="1800"/>
              <a:buFont typeface="Arial"/>
              <a:buNone/>
              <a:defRPr sz="1800"/>
            </a:lvl4pPr>
            <a:lvl5pPr lvl="4" algn="l">
              <a:lnSpc>
                <a:spcPct val="100000"/>
              </a:lnSpc>
              <a:spcBef>
                <a:spcPts val="0"/>
              </a:spcBef>
              <a:spcAft>
                <a:spcPts val="0"/>
              </a:spcAft>
              <a:buSzPts val="1800"/>
              <a:buFont typeface="Arial"/>
              <a:buNone/>
              <a:defRPr sz="1800"/>
            </a:lvl5pPr>
            <a:lvl6pPr lvl="5" algn="l">
              <a:lnSpc>
                <a:spcPct val="100000"/>
              </a:lnSpc>
              <a:spcBef>
                <a:spcPts val="0"/>
              </a:spcBef>
              <a:spcAft>
                <a:spcPts val="0"/>
              </a:spcAft>
              <a:buSzPts val="1800"/>
              <a:buFont typeface="Arial"/>
              <a:buNone/>
              <a:defRPr sz="1800"/>
            </a:lvl6pPr>
            <a:lvl7pPr lvl="6" algn="l">
              <a:lnSpc>
                <a:spcPct val="100000"/>
              </a:lnSpc>
              <a:spcBef>
                <a:spcPts val="0"/>
              </a:spcBef>
              <a:spcAft>
                <a:spcPts val="0"/>
              </a:spcAft>
              <a:buSzPts val="1800"/>
              <a:buFont typeface="Arial"/>
              <a:buNone/>
              <a:defRPr sz="1800"/>
            </a:lvl7pPr>
            <a:lvl8pPr lvl="7" algn="l">
              <a:lnSpc>
                <a:spcPct val="100000"/>
              </a:lnSpc>
              <a:spcBef>
                <a:spcPts val="0"/>
              </a:spcBef>
              <a:spcAft>
                <a:spcPts val="0"/>
              </a:spcAft>
              <a:buSzPts val="1800"/>
              <a:buFont typeface="Arial"/>
              <a:buNone/>
              <a:defRPr sz="1800"/>
            </a:lvl8pPr>
            <a:lvl9pPr lvl="8" algn="l">
              <a:lnSpc>
                <a:spcPct val="100000"/>
              </a:lnSpc>
              <a:spcBef>
                <a:spcPts val="0"/>
              </a:spcBef>
              <a:spcAft>
                <a:spcPts val="0"/>
              </a:spcAft>
              <a:buSzPts val="1800"/>
              <a:buFont typeface="Arial"/>
              <a:buNone/>
              <a:defRPr sz="1800"/>
            </a:lvl9pPr>
          </a:lstStyle>
          <a:p/>
        </p:txBody>
      </p:sp>
      <p:sp>
        <p:nvSpPr>
          <p:cNvPr id="57" name="Google Shape;57;p14"/>
          <p:cNvSpPr txBox="1"/>
          <p:nvPr>
            <p:ph idx="1" type="body"/>
          </p:nvPr>
        </p:nvSpPr>
        <p:spPr>
          <a:xfrm>
            <a:off x="280559" y="963628"/>
            <a:ext cx="8564400" cy="3630900"/>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55600" lvl="1" marL="914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2pPr>
            <a:lvl3pPr indent="-342900" lvl="2" marL="1371600" marR="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30200" lvl="3" marL="18288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58" name="Google Shape;58;p14"/>
          <p:cNvSpPr txBox="1"/>
          <p:nvPr>
            <p:ph idx="10" type="dt"/>
          </p:nvPr>
        </p:nvSpPr>
        <p:spPr>
          <a:xfrm>
            <a:off x="457200" y="4767262"/>
            <a:ext cx="2133600" cy="2739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9pPr>
          </a:lstStyle>
          <a:p/>
        </p:txBody>
      </p:sp>
      <p:sp>
        <p:nvSpPr>
          <p:cNvPr id="59" name="Google Shape;59;p14"/>
          <p:cNvSpPr txBox="1"/>
          <p:nvPr>
            <p:ph idx="11" type="ftr"/>
          </p:nvPr>
        </p:nvSpPr>
        <p:spPr>
          <a:xfrm>
            <a:off x="3124200" y="4767262"/>
            <a:ext cx="2895600" cy="273900"/>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9pPr>
          </a:lstStyle>
          <a:p/>
        </p:txBody>
      </p:sp>
      <p:sp>
        <p:nvSpPr>
          <p:cNvPr id="60" name="Google Shape;60;p14"/>
          <p:cNvSpPr txBox="1"/>
          <p:nvPr>
            <p:ph idx="12" type="sldNum"/>
          </p:nvPr>
        </p:nvSpPr>
        <p:spPr>
          <a:xfrm>
            <a:off x="6553200" y="4767262"/>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3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3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3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3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3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3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3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3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3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idx="1" type="body"/>
          </p:nvPr>
        </p:nvSpPr>
        <p:spPr>
          <a:xfrm>
            <a:off x="1481125" y="1310177"/>
            <a:ext cx="6435600" cy="1355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1440"/>
              </a:spcBef>
              <a:spcAft>
                <a:spcPts val="0"/>
              </a:spcAft>
              <a:buClr>
                <a:schemeClr val="dk1"/>
              </a:buClr>
              <a:buSzPts val="1800"/>
              <a:buFont typeface="Arial"/>
              <a:buNone/>
            </a:pPr>
            <a:r>
              <a:rPr lang="en" sz="4300">
                <a:solidFill>
                  <a:schemeClr val="dk1"/>
                </a:solidFill>
              </a:rPr>
              <a:t>Redux</a:t>
            </a:r>
            <a:r>
              <a:rPr lang="en" sz="4300">
                <a:solidFill>
                  <a:schemeClr val="dk1"/>
                </a:solidFill>
              </a:rPr>
              <a:t> </a:t>
            </a:r>
            <a:endParaRPr sz="4300">
              <a:solidFill>
                <a:schemeClr val="dk1"/>
              </a:solidFill>
            </a:endParaRPr>
          </a:p>
          <a:p>
            <a:pPr indent="0" lvl="0" marL="0" marR="0" rtl="0" algn="ctr">
              <a:lnSpc>
                <a:spcPct val="100000"/>
              </a:lnSpc>
              <a:spcBef>
                <a:spcPts val="1440"/>
              </a:spcBef>
              <a:spcAft>
                <a:spcPts val="0"/>
              </a:spcAft>
              <a:buClr>
                <a:schemeClr val="dk1"/>
              </a:buClr>
              <a:buSzPts val="1800"/>
              <a:buFont typeface="Arial"/>
              <a:buNone/>
            </a:pPr>
            <a:r>
              <a:t/>
            </a:r>
            <a:endParaRPr sz="2400"/>
          </a:p>
        </p:txBody>
      </p:sp>
      <p:pic>
        <p:nvPicPr>
          <p:cNvPr id="66" name="Google Shape;66;p15"/>
          <p:cNvPicPr preferRelativeResize="0"/>
          <p:nvPr/>
        </p:nvPicPr>
        <p:blipFill>
          <a:blip r:embed="rId3">
            <a:alphaModFix/>
          </a:blip>
          <a:stretch>
            <a:fillRect/>
          </a:stretch>
        </p:blipFill>
        <p:spPr>
          <a:xfrm>
            <a:off x="6959275" y="116633"/>
            <a:ext cx="2009775" cy="438150"/>
          </a:xfrm>
          <a:prstGeom prst="rect">
            <a:avLst/>
          </a:prstGeom>
          <a:noFill/>
          <a:ln>
            <a:noFill/>
          </a:ln>
        </p:spPr>
      </p:pic>
      <p:sp>
        <p:nvSpPr>
          <p:cNvPr id="67" name="Google Shape;67;p15"/>
          <p:cNvSpPr txBox="1"/>
          <p:nvPr/>
        </p:nvSpPr>
        <p:spPr>
          <a:xfrm>
            <a:off x="6774425" y="4373725"/>
            <a:ext cx="2369700" cy="7698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Chankey Nagpal</a:t>
            </a:r>
            <a:endParaRPr sz="1800">
              <a:solidFill>
                <a:schemeClr val="dk2"/>
              </a:solidFill>
            </a:endParaRPr>
          </a:p>
        </p:txBody>
      </p:sp>
      <p:sp>
        <p:nvSpPr>
          <p:cNvPr id="68" name="Google Shape;68;p15"/>
          <p:cNvSpPr txBox="1"/>
          <p:nvPr/>
        </p:nvSpPr>
        <p:spPr>
          <a:xfrm>
            <a:off x="1602025" y="2571750"/>
            <a:ext cx="6193800" cy="543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rPr>
              <a:t>A Beginner’s Guide to </a:t>
            </a:r>
            <a:r>
              <a:rPr lang="en" sz="1800">
                <a:solidFill>
                  <a:schemeClr val="dk2"/>
                </a:solidFill>
              </a:rPr>
              <a:t>State Management</a:t>
            </a:r>
            <a:r>
              <a:rPr lang="en" sz="1800">
                <a:solidFill>
                  <a:schemeClr val="dk2"/>
                </a:solidFill>
              </a:rPr>
              <a:t> in React</a:t>
            </a:r>
            <a:endParaRPr sz="1800">
              <a:solidFill>
                <a:schemeClr val="dk2"/>
              </a:solidFill>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280559" y="143301"/>
            <a:ext cx="8564400" cy="511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alibri"/>
              <a:buNone/>
            </a:pPr>
            <a:r>
              <a:rPr b="1" lang="en" sz="3600"/>
              <a:t>Agenda</a:t>
            </a:r>
            <a:endParaRPr/>
          </a:p>
        </p:txBody>
      </p:sp>
      <p:sp>
        <p:nvSpPr>
          <p:cNvPr id="74" name="Google Shape;74;p16"/>
          <p:cNvSpPr txBox="1"/>
          <p:nvPr>
            <p:ph idx="1" type="body"/>
          </p:nvPr>
        </p:nvSpPr>
        <p:spPr>
          <a:xfrm>
            <a:off x="280539" y="839325"/>
            <a:ext cx="8688600" cy="3755400"/>
          </a:xfrm>
          <a:prstGeom prst="rect">
            <a:avLst/>
          </a:prstGeom>
          <a:noFill/>
          <a:ln>
            <a:noFill/>
          </a:ln>
        </p:spPr>
        <p:txBody>
          <a:bodyPr anchorCtr="0" anchor="t" bIns="45700" lIns="91425" spcFirstLastPara="1" rIns="91425" wrap="square" tIns="45700">
            <a:noAutofit/>
          </a:bodyPr>
          <a:lstStyle/>
          <a:p>
            <a:pPr indent="-381000" lvl="0" marL="457200" rtl="0" algn="l">
              <a:spcBef>
                <a:spcPts val="480"/>
              </a:spcBef>
              <a:spcAft>
                <a:spcPts val="0"/>
              </a:spcAft>
              <a:buSzPts val="2400"/>
              <a:buChar char="•"/>
            </a:pPr>
            <a:r>
              <a:rPr lang="en"/>
              <a:t>What is Redux?</a:t>
            </a:r>
            <a:endParaRPr/>
          </a:p>
          <a:p>
            <a:pPr indent="-381000" lvl="0" marL="457200" rtl="0" algn="l">
              <a:spcBef>
                <a:spcPts val="0"/>
              </a:spcBef>
              <a:spcAft>
                <a:spcPts val="0"/>
              </a:spcAft>
              <a:buSzPts val="2400"/>
              <a:buChar char="•"/>
            </a:pPr>
            <a:r>
              <a:rPr lang="en"/>
              <a:t>Why use Redux?</a:t>
            </a:r>
            <a:endParaRPr/>
          </a:p>
          <a:p>
            <a:pPr indent="-381000" lvl="0" marL="457200" rtl="0" algn="l">
              <a:spcBef>
                <a:spcPts val="0"/>
              </a:spcBef>
              <a:spcAft>
                <a:spcPts val="0"/>
              </a:spcAft>
              <a:buSzPts val="2400"/>
              <a:buChar char="•"/>
            </a:pPr>
            <a:r>
              <a:rPr lang="en"/>
              <a:t>Setting up Redux</a:t>
            </a:r>
            <a:endParaRPr/>
          </a:p>
          <a:p>
            <a:pPr indent="-381000" lvl="0" marL="457200" rtl="0" algn="l">
              <a:spcBef>
                <a:spcPts val="0"/>
              </a:spcBef>
              <a:spcAft>
                <a:spcPts val="0"/>
              </a:spcAft>
              <a:buSzPts val="2400"/>
              <a:buChar char="•"/>
            </a:pPr>
            <a:r>
              <a:rPr lang="en"/>
              <a:t>Understanding the Store</a:t>
            </a:r>
            <a:endParaRPr/>
          </a:p>
          <a:p>
            <a:pPr indent="-381000" lvl="0" marL="457200" rtl="0" algn="l">
              <a:spcBef>
                <a:spcPts val="0"/>
              </a:spcBef>
              <a:spcAft>
                <a:spcPts val="0"/>
              </a:spcAft>
              <a:buSzPts val="2400"/>
              <a:buChar char="•"/>
            </a:pPr>
            <a:r>
              <a:rPr lang="en"/>
              <a:t>Action Creators</a:t>
            </a:r>
            <a:endParaRPr/>
          </a:p>
          <a:p>
            <a:pPr indent="-381000" lvl="0" marL="457200" rtl="0" algn="l">
              <a:spcBef>
                <a:spcPts val="0"/>
              </a:spcBef>
              <a:spcAft>
                <a:spcPts val="0"/>
              </a:spcAft>
              <a:buSzPts val="2400"/>
              <a:buChar char="•"/>
            </a:pPr>
            <a:r>
              <a:rPr lang="en"/>
              <a:t>Reducers</a:t>
            </a:r>
            <a:endParaRPr/>
          </a:p>
          <a:p>
            <a:pPr indent="-381000" lvl="0" marL="457200" rtl="0" algn="l">
              <a:spcBef>
                <a:spcPts val="0"/>
              </a:spcBef>
              <a:spcAft>
                <a:spcPts val="0"/>
              </a:spcAft>
              <a:buSzPts val="2400"/>
              <a:buChar char="•"/>
            </a:pPr>
            <a:r>
              <a:rPr lang="en"/>
              <a:t>Redux Flow &amp; Demo</a:t>
            </a:r>
            <a:endParaRPr b="0" i="0" sz="2400" u="none" cap="none" strike="noStrike">
              <a:solidFill>
                <a:schemeClr val="dk1"/>
              </a:solidFill>
              <a:latin typeface="Calibri"/>
              <a:ea typeface="Calibri"/>
              <a:cs typeface="Calibri"/>
              <a:sym typeface="Calibri"/>
            </a:endParaRPr>
          </a:p>
        </p:txBody>
      </p:sp>
      <p:pic>
        <p:nvPicPr>
          <p:cNvPr id="75" name="Google Shape;75;p16"/>
          <p:cNvPicPr preferRelativeResize="0"/>
          <p:nvPr/>
        </p:nvPicPr>
        <p:blipFill>
          <a:blip r:embed="rId3">
            <a:alphaModFix/>
          </a:blip>
          <a:stretch>
            <a:fillRect/>
          </a:stretch>
        </p:blipFill>
        <p:spPr>
          <a:xfrm>
            <a:off x="6959275" y="116633"/>
            <a:ext cx="2009775" cy="438150"/>
          </a:xfrm>
          <a:prstGeom prst="rect">
            <a:avLst/>
          </a:prstGeom>
          <a:noFill/>
          <a:ln>
            <a:noFill/>
          </a:ln>
        </p:spPr>
      </p:pic>
    </p:spTree>
  </p:cSld>
  <p:clrMapOvr>
    <a:masterClrMapping/>
  </p:clrMapOvr>
  <p:transition>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280559" y="153535"/>
            <a:ext cx="8564400" cy="409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alibri"/>
              <a:buNone/>
            </a:pPr>
            <a:r>
              <a:rPr b="1" lang="en" sz="3600"/>
              <a:t>What is Redux?</a:t>
            </a:r>
            <a:endParaRPr/>
          </a:p>
        </p:txBody>
      </p:sp>
      <p:sp>
        <p:nvSpPr>
          <p:cNvPr id="81" name="Google Shape;81;p17"/>
          <p:cNvSpPr txBox="1"/>
          <p:nvPr>
            <p:ph idx="1" type="body"/>
          </p:nvPr>
        </p:nvSpPr>
        <p:spPr>
          <a:xfrm>
            <a:off x="140250" y="1846050"/>
            <a:ext cx="8863500" cy="1451400"/>
          </a:xfrm>
          <a:prstGeom prst="rect">
            <a:avLst/>
          </a:prstGeom>
          <a:noFill/>
          <a:ln>
            <a:noFill/>
          </a:ln>
        </p:spPr>
        <p:txBody>
          <a:bodyPr anchorCtr="0" anchor="t" bIns="45700" lIns="91425" spcFirstLastPara="1" rIns="91425" wrap="square" tIns="45700">
            <a:noAutofit/>
          </a:bodyPr>
          <a:lstStyle/>
          <a:p>
            <a:pPr indent="-298450" lvl="0" marL="457200" rtl="0" algn="l">
              <a:lnSpc>
                <a:spcPct val="115000"/>
              </a:lnSpc>
              <a:spcBef>
                <a:spcPts val="1200"/>
              </a:spcBef>
              <a:spcAft>
                <a:spcPts val="0"/>
              </a:spcAft>
              <a:buSzPts val="1100"/>
              <a:buChar char="●"/>
            </a:pPr>
            <a:r>
              <a:rPr lang="en"/>
              <a:t>A predictable state container for JavaScript applications</a:t>
            </a:r>
            <a:endParaRPr/>
          </a:p>
          <a:p>
            <a:pPr indent="-298450" lvl="0" marL="457200" rtl="0" algn="l">
              <a:lnSpc>
                <a:spcPct val="115000"/>
              </a:lnSpc>
              <a:spcBef>
                <a:spcPts val="0"/>
              </a:spcBef>
              <a:spcAft>
                <a:spcPts val="0"/>
              </a:spcAft>
              <a:buSzPts val="1100"/>
              <a:buChar char="●"/>
            </a:pPr>
            <a:r>
              <a:rPr lang="en"/>
              <a:t>Helps manage application state in a structured way</a:t>
            </a:r>
            <a:endParaRPr/>
          </a:p>
          <a:p>
            <a:pPr indent="-298450" lvl="0" marL="457200" rtl="0" algn="l">
              <a:lnSpc>
                <a:spcPct val="115000"/>
              </a:lnSpc>
              <a:spcBef>
                <a:spcPts val="0"/>
              </a:spcBef>
              <a:spcAft>
                <a:spcPts val="0"/>
              </a:spcAft>
              <a:buSzPts val="1100"/>
              <a:buChar char="●"/>
            </a:pPr>
            <a:r>
              <a:rPr lang="en"/>
              <a:t>Works well with React but can be used with other frameworks too</a:t>
            </a:r>
            <a:endParaRPr/>
          </a:p>
          <a:p>
            <a:pPr indent="0" lvl="0" marL="0" rtl="0" algn="l">
              <a:lnSpc>
                <a:spcPct val="115000"/>
              </a:lnSpc>
              <a:spcBef>
                <a:spcPts val="1200"/>
              </a:spcBef>
              <a:spcAft>
                <a:spcPts val="0"/>
              </a:spcAft>
              <a:buNone/>
            </a:pPr>
            <a:r>
              <a:t/>
            </a:r>
            <a:endParaRPr/>
          </a:p>
          <a:p>
            <a:pPr indent="0" lvl="0" marL="0" marR="0" rtl="0" algn="l">
              <a:lnSpc>
                <a:spcPct val="100000"/>
              </a:lnSpc>
              <a:spcBef>
                <a:spcPts val="1200"/>
              </a:spcBef>
              <a:spcAft>
                <a:spcPts val="0"/>
              </a:spcAft>
              <a:buClr>
                <a:schemeClr val="dk1"/>
              </a:buClr>
              <a:buSzPts val="600"/>
              <a:buFont typeface="Arial"/>
              <a:buNone/>
            </a:pPr>
            <a:r>
              <a:t/>
            </a:r>
            <a:endParaRPr/>
          </a:p>
          <a:p>
            <a:pPr indent="0" lvl="0" marL="0" marR="0" rtl="0" algn="l">
              <a:lnSpc>
                <a:spcPct val="100000"/>
              </a:lnSpc>
              <a:spcBef>
                <a:spcPts val="480"/>
              </a:spcBef>
              <a:spcAft>
                <a:spcPts val="0"/>
              </a:spcAft>
              <a:buClr>
                <a:schemeClr val="dk1"/>
              </a:buClr>
              <a:buSzPts val="600"/>
              <a:buFont typeface="Arial"/>
              <a:buNone/>
            </a:pPr>
            <a:r>
              <a:t/>
            </a:r>
            <a:endParaRPr b="0" i="0" sz="2400" u="none" cap="none" strike="noStrike">
              <a:solidFill>
                <a:schemeClr val="dk1"/>
              </a:solidFill>
              <a:latin typeface="Calibri"/>
              <a:ea typeface="Calibri"/>
              <a:cs typeface="Calibri"/>
              <a:sym typeface="Calibri"/>
            </a:endParaRPr>
          </a:p>
        </p:txBody>
      </p:sp>
      <p:pic>
        <p:nvPicPr>
          <p:cNvPr id="82" name="Google Shape;82;p17"/>
          <p:cNvPicPr preferRelativeResize="0"/>
          <p:nvPr/>
        </p:nvPicPr>
        <p:blipFill>
          <a:blip r:embed="rId3">
            <a:alphaModFix/>
          </a:blip>
          <a:stretch>
            <a:fillRect/>
          </a:stretch>
        </p:blipFill>
        <p:spPr>
          <a:xfrm>
            <a:off x="6959275" y="116633"/>
            <a:ext cx="2009775" cy="438150"/>
          </a:xfrm>
          <a:prstGeom prst="rect">
            <a:avLst/>
          </a:prstGeom>
          <a:noFill/>
          <a:ln>
            <a:noFill/>
          </a:ln>
        </p:spPr>
      </p:pic>
    </p:spTree>
  </p:cSld>
  <p:clrMapOvr>
    <a:masterClrMapping/>
  </p:clrMapOvr>
  <p:transition>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280559" y="153535"/>
            <a:ext cx="8564400" cy="450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alibri"/>
              <a:buNone/>
            </a:pPr>
            <a:r>
              <a:rPr b="1" lang="en" sz="3600"/>
              <a:t>Why Use Redux?</a:t>
            </a:r>
            <a:endParaRPr/>
          </a:p>
        </p:txBody>
      </p:sp>
      <p:pic>
        <p:nvPicPr>
          <p:cNvPr id="88" name="Google Shape;88;p18"/>
          <p:cNvPicPr preferRelativeResize="0"/>
          <p:nvPr/>
        </p:nvPicPr>
        <p:blipFill>
          <a:blip r:embed="rId3">
            <a:alphaModFix/>
          </a:blip>
          <a:stretch>
            <a:fillRect/>
          </a:stretch>
        </p:blipFill>
        <p:spPr>
          <a:xfrm>
            <a:off x="6959275" y="116633"/>
            <a:ext cx="2009775" cy="438150"/>
          </a:xfrm>
          <a:prstGeom prst="rect">
            <a:avLst/>
          </a:prstGeom>
          <a:noFill/>
          <a:ln>
            <a:noFill/>
          </a:ln>
        </p:spPr>
      </p:pic>
      <p:sp>
        <p:nvSpPr>
          <p:cNvPr id="89" name="Google Shape;89;p18"/>
          <p:cNvSpPr txBox="1"/>
          <p:nvPr/>
        </p:nvSpPr>
        <p:spPr>
          <a:xfrm>
            <a:off x="411975" y="961275"/>
            <a:ext cx="8458200" cy="3745200"/>
          </a:xfrm>
          <a:prstGeom prst="rect">
            <a:avLst/>
          </a:prstGeom>
          <a:noFill/>
          <a:ln>
            <a:noFill/>
          </a:ln>
        </p:spPr>
        <p:txBody>
          <a:bodyPr anchorCtr="0" anchor="t" bIns="91425" lIns="91425" spcFirstLastPara="1" rIns="91425" wrap="square" tIns="91425">
            <a:noAutofit/>
          </a:bodyPr>
          <a:lstStyle/>
          <a:p>
            <a:pPr indent="-336550" lvl="0" marL="457200" rtl="0" algn="l">
              <a:lnSpc>
                <a:spcPct val="115000"/>
              </a:lnSpc>
              <a:spcBef>
                <a:spcPts val="1200"/>
              </a:spcBef>
              <a:spcAft>
                <a:spcPts val="0"/>
              </a:spcAft>
              <a:buClr>
                <a:schemeClr val="dk1"/>
              </a:buClr>
              <a:buSzPts val="1700"/>
              <a:buAutoNum type="arabicPeriod"/>
            </a:pPr>
            <a:r>
              <a:rPr b="1" lang="en" sz="1100">
                <a:solidFill>
                  <a:schemeClr val="dk1"/>
                </a:solidFill>
              </a:rPr>
              <a:t>Centralized State Management</a:t>
            </a:r>
            <a:r>
              <a:rPr lang="en" sz="1100">
                <a:solidFill>
                  <a:schemeClr val="dk1"/>
                </a:solidFill>
              </a:rPr>
              <a:t> – Single source of truth</a:t>
            </a:r>
            <a:endParaRPr sz="1100">
              <a:solidFill>
                <a:schemeClr val="dk1"/>
              </a:solidFill>
            </a:endParaRPr>
          </a:p>
          <a:p>
            <a:pPr indent="-336550" lvl="0" marL="457200" rtl="0" algn="l">
              <a:lnSpc>
                <a:spcPct val="115000"/>
              </a:lnSpc>
              <a:spcBef>
                <a:spcPts val="0"/>
              </a:spcBef>
              <a:spcAft>
                <a:spcPts val="0"/>
              </a:spcAft>
              <a:buClr>
                <a:schemeClr val="dk1"/>
              </a:buClr>
              <a:buSzPts val="1700"/>
              <a:buAutoNum type="arabicPeriod"/>
            </a:pPr>
            <a:r>
              <a:rPr b="1" lang="en" sz="1100">
                <a:solidFill>
                  <a:schemeClr val="dk1"/>
                </a:solidFill>
              </a:rPr>
              <a:t>Predictability</a:t>
            </a:r>
            <a:r>
              <a:rPr lang="en" sz="1100">
                <a:solidFill>
                  <a:schemeClr val="dk1"/>
                </a:solidFill>
              </a:rPr>
              <a:t> – State changes happen in a structured way</a:t>
            </a:r>
            <a:endParaRPr sz="1100">
              <a:solidFill>
                <a:schemeClr val="dk1"/>
              </a:solidFill>
            </a:endParaRPr>
          </a:p>
          <a:p>
            <a:pPr indent="-336550" lvl="0" marL="457200" rtl="0" algn="l">
              <a:lnSpc>
                <a:spcPct val="115000"/>
              </a:lnSpc>
              <a:spcBef>
                <a:spcPts val="0"/>
              </a:spcBef>
              <a:spcAft>
                <a:spcPts val="0"/>
              </a:spcAft>
              <a:buClr>
                <a:schemeClr val="dk1"/>
              </a:buClr>
              <a:buSzPts val="1700"/>
              <a:buAutoNum type="arabicPeriod"/>
            </a:pPr>
            <a:r>
              <a:rPr b="1" lang="en" sz="1100">
                <a:solidFill>
                  <a:schemeClr val="dk1"/>
                </a:solidFill>
              </a:rPr>
              <a:t>Easier Debugging</a:t>
            </a:r>
            <a:r>
              <a:rPr lang="en" sz="1100">
                <a:solidFill>
                  <a:schemeClr val="dk1"/>
                </a:solidFill>
              </a:rPr>
              <a:t> – Time-travel debugging, logging, and monitoring</a:t>
            </a:r>
            <a:endParaRPr sz="1100">
              <a:solidFill>
                <a:schemeClr val="dk1"/>
              </a:solidFill>
            </a:endParaRPr>
          </a:p>
          <a:p>
            <a:pPr indent="-336550" lvl="0" marL="457200" rtl="0" algn="l">
              <a:lnSpc>
                <a:spcPct val="115000"/>
              </a:lnSpc>
              <a:spcBef>
                <a:spcPts val="0"/>
              </a:spcBef>
              <a:spcAft>
                <a:spcPts val="0"/>
              </a:spcAft>
              <a:buClr>
                <a:schemeClr val="dk1"/>
              </a:buClr>
              <a:buSzPts val="1700"/>
              <a:buAutoNum type="arabicPeriod"/>
            </a:pPr>
            <a:r>
              <a:rPr b="1" lang="en" sz="1100">
                <a:solidFill>
                  <a:schemeClr val="dk1"/>
                </a:solidFill>
              </a:rPr>
              <a:t>Component Communication</a:t>
            </a:r>
            <a:r>
              <a:rPr lang="en" sz="1100">
                <a:solidFill>
                  <a:schemeClr val="dk1"/>
                </a:solidFill>
              </a:rPr>
              <a:t> – Makes data sharing between components easier</a:t>
            </a:r>
            <a:endParaRPr b="1" sz="1700">
              <a:solidFill>
                <a:schemeClr val="dk1"/>
              </a:solidFill>
            </a:endParaRPr>
          </a:p>
          <a:p>
            <a:pPr indent="0" lvl="0" marL="0" rtl="0" algn="l">
              <a:spcBef>
                <a:spcPts val="1200"/>
              </a:spcBef>
              <a:spcAft>
                <a:spcPts val="0"/>
              </a:spcAft>
              <a:buNone/>
            </a:pPr>
            <a:r>
              <a:t/>
            </a:r>
            <a:endParaRPr sz="2400">
              <a:solidFill>
                <a:schemeClr val="dk2"/>
              </a:solidFill>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289800" y="942547"/>
            <a:ext cx="8564400" cy="3483000"/>
          </a:xfrm>
          <a:prstGeom prst="rect">
            <a:avLst/>
          </a:prstGeom>
          <a:noFill/>
          <a:ln>
            <a:noFill/>
          </a:ln>
        </p:spPr>
        <p:txBody>
          <a:bodyPr anchorCtr="0" anchor="ctr" bIns="91425" lIns="91425" spcFirstLastPara="1" rIns="91425" wrap="square" tIns="91425">
            <a:noAutofit/>
          </a:bodyPr>
          <a:lstStyle/>
          <a:p>
            <a:pPr indent="-336550" lvl="0" marL="457200" marR="0" rtl="0" algn="l">
              <a:lnSpc>
                <a:spcPct val="100000"/>
              </a:lnSpc>
              <a:spcBef>
                <a:spcPts val="0"/>
              </a:spcBef>
              <a:spcAft>
                <a:spcPts val="0"/>
              </a:spcAft>
              <a:buSzPts val="1700"/>
              <a:buChar char="●"/>
            </a:pPr>
            <a:r>
              <a:rPr lang="en" sz="1700">
                <a:latin typeface="Arial"/>
                <a:ea typeface="Arial"/>
                <a:cs typeface="Arial"/>
                <a:sym typeface="Arial"/>
              </a:rPr>
              <a:t>Install Redux and React-Redux:</a:t>
            </a:r>
            <a:br>
              <a:rPr lang="en" sz="1700">
                <a:latin typeface="Arial"/>
                <a:ea typeface="Arial"/>
                <a:cs typeface="Arial"/>
                <a:sym typeface="Arial"/>
              </a:rPr>
            </a:br>
            <a:br>
              <a:rPr lang="en" sz="1700">
                <a:latin typeface="Arial"/>
                <a:ea typeface="Arial"/>
                <a:cs typeface="Arial"/>
                <a:sym typeface="Arial"/>
              </a:rPr>
            </a:br>
            <a:r>
              <a:rPr lang="en" sz="1700">
                <a:solidFill>
                  <a:srgbClr val="188038"/>
                </a:solidFill>
                <a:latin typeface="Roboto Mono"/>
                <a:ea typeface="Roboto Mono"/>
                <a:cs typeface="Roboto Mono"/>
                <a:sym typeface="Roboto Mono"/>
              </a:rPr>
              <a:t>npm install redux react-redux</a:t>
            </a:r>
            <a:endParaRPr sz="1700">
              <a:solidFill>
                <a:srgbClr val="188038"/>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700">
              <a:latin typeface="Arial"/>
              <a:ea typeface="Arial"/>
              <a:cs typeface="Arial"/>
              <a:sym typeface="Arial"/>
            </a:endParaRPr>
          </a:p>
          <a:p>
            <a:pPr indent="-336550" lvl="0" marL="457200" rtl="0" algn="l">
              <a:spcBef>
                <a:spcPts val="0"/>
              </a:spcBef>
              <a:spcAft>
                <a:spcPts val="0"/>
              </a:spcAft>
              <a:buSzPts val="1700"/>
              <a:buFont typeface="Arial"/>
              <a:buChar char="●"/>
            </a:pPr>
            <a:r>
              <a:rPr lang="en" sz="1700">
                <a:latin typeface="Arial"/>
                <a:ea typeface="Arial"/>
                <a:cs typeface="Arial"/>
                <a:sym typeface="Arial"/>
              </a:rPr>
              <a:t>Create a Redux store</a:t>
            </a:r>
            <a:endParaRPr sz="1700">
              <a:latin typeface="Arial"/>
              <a:ea typeface="Arial"/>
              <a:cs typeface="Arial"/>
              <a:sym typeface="Arial"/>
            </a:endParaRPr>
          </a:p>
          <a:p>
            <a:pPr indent="0" lvl="0" marL="0" rtl="0" algn="l">
              <a:spcBef>
                <a:spcPts val="0"/>
              </a:spcBef>
              <a:spcAft>
                <a:spcPts val="0"/>
              </a:spcAft>
              <a:buNone/>
            </a:pPr>
            <a:r>
              <a:t/>
            </a:r>
            <a:endParaRPr sz="1700">
              <a:latin typeface="Arial"/>
              <a:ea typeface="Arial"/>
              <a:cs typeface="Arial"/>
              <a:sym typeface="Arial"/>
            </a:endParaRPr>
          </a:p>
          <a:p>
            <a:pPr indent="-336550" lvl="0" marL="457200" rtl="0" algn="l">
              <a:spcBef>
                <a:spcPts val="0"/>
              </a:spcBef>
              <a:spcAft>
                <a:spcPts val="0"/>
              </a:spcAft>
              <a:buSzPts val="1700"/>
              <a:buChar char="●"/>
            </a:pPr>
            <a:r>
              <a:rPr lang="en" sz="1700">
                <a:latin typeface="Arial"/>
                <a:ea typeface="Arial"/>
                <a:cs typeface="Arial"/>
                <a:sym typeface="Arial"/>
              </a:rPr>
              <a:t>Provide the store to the app using </a:t>
            </a:r>
            <a:r>
              <a:rPr lang="en" sz="1700">
                <a:solidFill>
                  <a:srgbClr val="188038"/>
                </a:solidFill>
                <a:latin typeface="Roboto Mono"/>
                <a:ea typeface="Roboto Mono"/>
                <a:cs typeface="Roboto Mono"/>
                <a:sym typeface="Roboto Mono"/>
              </a:rPr>
              <a:t>&lt;Provider&gt;</a:t>
            </a:r>
            <a:endParaRPr sz="1700">
              <a:solidFill>
                <a:srgbClr val="188038"/>
              </a:solidFill>
              <a:latin typeface="Roboto Mono"/>
              <a:ea typeface="Roboto Mono"/>
              <a:cs typeface="Roboto Mono"/>
              <a:sym typeface="Roboto Mono"/>
            </a:endParaRPr>
          </a:p>
          <a:p>
            <a:pPr indent="0" lvl="0" marL="0" marR="0" rtl="0" algn="l">
              <a:lnSpc>
                <a:spcPct val="100000"/>
              </a:lnSpc>
              <a:spcBef>
                <a:spcPts val="0"/>
              </a:spcBef>
              <a:spcAft>
                <a:spcPts val="0"/>
              </a:spcAft>
              <a:buClr>
                <a:schemeClr val="dk1"/>
              </a:buClr>
              <a:buSzPts val="2800"/>
              <a:buFont typeface="Calibri"/>
              <a:buNone/>
            </a:pPr>
            <a:r>
              <a:t/>
            </a:r>
            <a:endParaRPr/>
          </a:p>
        </p:txBody>
      </p:sp>
      <p:pic>
        <p:nvPicPr>
          <p:cNvPr id="95" name="Google Shape;95;p19"/>
          <p:cNvPicPr preferRelativeResize="0"/>
          <p:nvPr/>
        </p:nvPicPr>
        <p:blipFill>
          <a:blip r:embed="rId3">
            <a:alphaModFix/>
          </a:blip>
          <a:stretch>
            <a:fillRect/>
          </a:stretch>
        </p:blipFill>
        <p:spPr>
          <a:xfrm>
            <a:off x="6959275" y="116633"/>
            <a:ext cx="2009775" cy="438150"/>
          </a:xfrm>
          <a:prstGeom prst="rect">
            <a:avLst/>
          </a:prstGeom>
          <a:noFill/>
          <a:ln>
            <a:noFill/>
          </a:ln>
        </p:spPr>
      </p:pic>
      <p:sp>
        <p:nvSpPr>
          <p:cNvPr id="96" name="Google Shape;96;p19"/>
          <p:cNvSpPr txBox="1"/>
          <p:nvPr/>
        </p:nvSpPr>
        <p:spPr>
          <a:xfrm>
            <a:off x="289800" y="154575"/>
            <a:ext cx="30000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700"/>
              <a:t>Redux Setup</a:t>
            </a:r>
            <a:endParaRPr b="1" sz="27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280559" y="92121"/>
            <a:ext cx="8564400" cy="542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0"/>
              <a:buFont typeface="Calibri"/>
              <a:buNone/>
            </a:pPr>
            <a:r>
              <a:rPr b="1" lang="en" sz="3240"/>
              <a:t>The Store</a:t>
            </a:r>
            <a:endParaRPr b="1" i="0" sz="2520" u="none" cap="none" strike="noStrike">
              <a:solidFill>
                <a:schemeClr val="dk1"/>
              </a:solidFill>
              <a:latin typeface="Calibri"/>
              <a:ea typeface="Calibri"/>
              <a:cs typeface="Calibri"/>
              <a:sym typeface="Calibri"/>
            </a:endParaRPr>
          </a:p>
        </p:txBody>
      </p:sp>
      <p:sp>
        <p:nvSpPr>
          <p:cNvPr id="102" name="Google Shape;102;p20"/>
          <p:cNvSpPr txBox="1"/>
          <p:nvPr>
            <p:ph idx="1" type="body"/>
          </p:nvPr>
        </p:nvSpPr>
        <p:spPr>
          <a:xfrm>
            <a:off x="280559" y="849571"/>
            <a:ext cx="8564400" cy="39831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 sz="1400"/>
              <a:t>The Redux store, simply put, is an object that holds the application state. A redux store can consist of small state objects which are combined into one large object. Any component in the application can easily access this state (store) by hooking up to it through the connect method.</a:t>
            </a:r>
            <a:endParaRPr sz="1400"/>
          </a:p>
          <a:p>
            <a:pPr indent="-317500" lvl="0" marL="457200" rtl="0" algn="l">
              <a:lnSpc>
                <a:spcPct val="115000"/>
              </a:lnSpc>
              <a:spcBef>
                <a:spcPts val="1200"/>
              </a:spcBef>
              <a:spcAft>
                <a:spcPts val="0"/>
              </a:spcAft>
              <a:buSzPts val="1400"/>
              <a:buChar char="•"/>
            </a:pPr>
            <a:r>
              <a:rPr lang="en" sz="1400"/>
              <a:t>Holds the entire state of the application</a:t>
            </a:r>
            <a:endParaRPr sz="1400"/>
          </a:p>
          <a:p>
            <a:pPr indent="-317500" lvl="0" marL="457200" rtl="0" algn="l">
              <a:lnSpc>
                <a:spcPct val="115000"/>
              </a:lnSpc>
              <a:spcBef>
                <a:spcPts val="0"/>
              </a:spcBef>
              <a:spcAft>
                <a:spcPts val="0"/>
              </a:spcAft>
              <a:buSzPts val="1400"/>
              <a:buChar char="•"/>
            </a:pPr>
            <a:r>
              <a:rPr lang="en" sz="1400"/>
              <a:t>Created using </a:t>
            </a:r>
            <a:r>
              <a:rPr lang="en" sz="1400">
                <a:solidFill>
                  <a:srgbClr val="188038"/>
                </a:solidFill>
              </a:rPr>
              <a:t>createStore()</a:t>
            </a:r>
            <a:r>
              <a:rPr lang="en" sz="1400"/>
              <a:t> (or </a:t>
            </a:r>
            <a:r>
              <a:rPr lang="en" sz="1400">
                <a:solidFill>
                  <a:srgbClr val="188038"/>
                </a:solidFill>
              </a:rPr>
              <a:t>configureStore()</a:t>
            </a:r>
            <a:r>
              <a:rPr lang="en" sz="1400"/>
              <a:t> with Redux Toolkit)</a:t>
            </a:r>
            <a:endParaRPr sz="1400"/>
          </a:p>
          <a:p>
            <a:pPr indent="-317500" lvl="0" marL="457200" rtl="0" algn="l">
              <a:lnSpc>
                <a:spcPct val="115000"/>
              </a:lnSpc>
              <a:spcBef>
                <a:spcPts val="0"/>
              </a:spcBef>
              <a:spcAft>
                <a:spcPts val="0"/>
              </a:spcAft>
              <a:buSzPts val="1400"/>
              <a:buChar char="•"/>
            </a:pPr>
            <a:r>
              <a:rPr lang="en" sz="1400"/>
              <a:t>Example : </a:t>
            </a:r>
            <a:endParaRPr sz="1400"/>
          </a:p>
          <a:p>
            <a:pPr indent="0" lvl="0" marL="0" rtl="0" algn="l">
              <a:lnSpc>
                <a:spcPct val="115000"/>
              </a:lnSpc>
              <a:spcBef>
                <a:spcPts val="1200"/>
              </a:spcBef>
              <a:spcAft>
                <a:spcPts val="1200"/>
              </a:spcAft>
              <a:buNone/>
            </a:pPr>
            <a:r>
              <a:t/>
            </a:r>
            <a:endParaRPr sz="2600"/>
          </a:p>
        </p:txBody>
      </p:sp>
      <p:pic>
        <p:nvPicPr>
          <p:cNvPr id="103" name="Google Shape;103;p20"/>
          <p:cNvPicPr preferRelativeResize="0"/>
          <p:nvPr/>
        </p:nvPicPr>
        <p:blipFill>
          <a:blip r:embed="rId3">
            <a:alphaModFix/>
          </a:blip>
          <a:stretch>
            <a:fillRect/>
          </a:stretch>
        </p:blipFill>
        <p:spPr>
          <a:xfrm>
            <a:off x="6959275" y="116633"/>
            <a:ext cx="2009775" cy="438150"/>
          </a:xfrm>
          <a:prstGeom prst="rect">
            <a:avLst/>
          </a:prstGeom>
          <a:noFill/>
          <a:ln>
            <a:noFill/>
          </a:ln>
        </p:spPr>
      </p:pic>
      <p:pic>
        <p:nvPicPr>
          <p:cNvPr id="104" name="Google Shape;104;p20"/>
          <p:cNvPicPr preferRelativeResize="0"/>
          <p:nvPr/>
        </p:nvPicPr>
        <p:blipFill>
          <a:blip r:embed="rId4">
            <a:alphaModFix/>
          </a:blip>
          <a:stretch>
            <a:fillRect/>
          </a:stretch>
        </p:blipFill>
        <p:spPr>
          <a:xfrm>
            <a:off x="860763" y="2729213"/>
            <a:ext cx="5362575" cy="1857375"/>
          </a:xfrm>
          <a:prstGeom prst="rect">
            <a:avLst/>
          </a:prstGeom>
          <a:noFill/>
          <a:ln>
            <a:noFill/>
          </a:ln>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280559" y="163771"/>
            <a:ext cx="8564400" cy="481200"/>
          </a:xfrm>
          <a:prstGeom prst="rect">
            <a:avLst/>
          </a:prstGeom>
          <a:noFill/>
          <a:ln>
            <a:noFill/>
          </a:ln>
        </p:spPr>
        <p:txBody>
          <a:bodyPr anchorCtr="0" anchor="ctr" bIns="45700" lIns="91425" spcFirstLastPara="1" rIns="91425" wrap="square" tIns="45700">
            <a:noAutofit/>
          </a:bodyPr>
          <a:lstStyle/>
          <a:p>
            <a:pPr indent="-333375" lvl="0" marL="333375" marR="0" rtl="0" algn="l">
              <a:lnSpc>
                <a:spcPct val="100000"/>
              </a:lnSpc>
              <a:spcBef>
                <a:spcPts val="0"/>
              </a:spcBef>
              <a:spcAft>
                <a:spcPts val="0"/>
              </a:spcAft>
              <a:buClr>
                <a:schemeClr val="dk1"/>
              </a:buClr>
              <a:buSzPts val="900"/>
              <a:buFont typeface="Calibri"/>
              <a:buNone/>
            </a:pPr>
            <a:r>
              <a:rPr b="1" lang="en" sz="3600"/>
              <a:t>Action Creators and Actions</a:t>
            </a:r>
            <a:endParaRPr b="1" sz="3600"/>
          </a:p>
        </p:txBody>
      </p:sp>
      <p:sp>
        <p:nvSpPr>
          <p:cNvPr id="110" name="Google Shape;110;p21"/>
          <p:cNvSpPr txBox="1"/>
          <p:nvPr>
            <p:ph idx="1" type="body"/>
          </p:nvPr>
        </p:nvSpPr>
        <p:spPr>
          <a:xfrm>
            <a:off x="222875" y="963625"/>
            <a:ext cx="8622000" cy="4059900"/>
          </a:xfrm>
          <a:prstGeom prst="rect">
            <a:avLst/>
          </a:prstGeom>
          <a:noFill/>
          <a:ln>
            <a:noFill/>
          </a:ln>
        </p:spPr>
        <p:txBody>
          <a:bodyPr anchorCtr="0" anchor="t" bIns="45700" lIns="91425" spcFirstLastPara="1" rIns="91425" wrap="square" tIns="45700">
            <a:noAutofit/>
          </a:bodyPr>
          <a:lstStyle/>
          <a:p>
            <a:pPr indent="0" lvl="0" marL="0" rtl="0" algn="l">
              <a:spcBef>
                <a:spcPts val="480"/>
              </a:spcBef>
              <a:spcAft>
                <a:spcPts val="0"/>
              </a:spcAft>
              <a:buNone/>
            </a:pPr>
            <a:r>
              <a:rPr lang="en" sz="1500"/>
              <a:t>Action creators, as the name suggests, are functions that return actions (objects). Action creators are invoked when the user interacts with the application through its UI (button click, form submission,  etc) or at certain points in a component’s lifecycle (component mounts, component un-mounts, etc).</a:t>
            </a:r>
            <a:endParaRPr sz="1500"/>
          </a:p>
          <a:p>
            <a:pPr indent="-323850" lvl="0" marL="457200" rtl="0" algn="l">
              <a:spcBef>
                <a:spcPts val="480"/>
              </a:spcBef>
              <a:spcAft>
                <a:spcPts val="0"/>
              </a:spcAft>
              <a:buSzPts val="1500"/>
              <a:buFont typeface="Calibri"/>
              <a:buChar char="•"/>
            </a:pPr>
            <a:r>
              <a:rPr lang="en" sz="1500"/>
              <a:t>Actions describe what should happen in the app</a:t>
            </a:r>
            <a:endParaRPr sz="1500"/>
          </a:p>
          <a:p>
            <a:pPr indent="-323850" lvl="0" marL="457200" rtl="0" algn="l">
              <a:spcBef>
                <a:spcPts val="0"/>
              </a:spcBef>
              <a:spcAft>
                <a:spcPts val="0"/>
              </a:spcAft>
              <a:buSzPts val="1500"/>
              <a:buFont typeface="Calibri"/>
              <a:buChar char="•"/>
            </a:pPr>
            <a:r>
              <a:rPr lang="en" sz="1500"/>
              <a:t>Action Creators are functions that return action objects</a:t>
            </a:r>
            <a:endParaRPr sz="1500"/>
          </a:p>
          <a:p>
            <a:pPr indent="0" lvl="0" marL="0" rtl="0" algn="l">
              <a:spcBef>
                <a:spcPts val="480"/>
              </a:spcBef>
              <a:spcAft>
                <a:spcPts val="0"/>
              </a:spcAft>
              <a:buNone/>
            </a:pPr>
            <a:r>
              <a:rPr lang="en" sz="1500"/>
              <a:t>Actions are simple objects which conventionally have two properties- type and payload. The type property is usually a string that specifies identifies the action, and the payload is an optional property that contains some data that is required to perform any particular task. The main function of action is to send data from the application to the Redux store.</a:t>
            </a:r>
            <a:endParaRPr sz="1500"/>
          </a:p>
          <a:p>
            <a:pPr indent="-323850" lvl="0" marL="457200" rtl="0" algn="l">
              <a:spcBef>
                <a:spcPts val="480"/>
              </a:spcBef>
              <a:spcAft>
                <a:spcPts val="0"/>
              </a:spcAft>
              <a:buSzPts val="1500"/>
              <a:buFont typeface="Calibri"/>
              <a:buChar char="•"/>
            </a:pPr>
            <a:r>
              <a:rPr lang="en" sz="1500"/>
              <a:t>Example :</a:t>
            </a:r>
            <a:endParaRPr sz="1500"/>
          </a:p>
          <a:p>
            <a:pPr indent="0" lvl="0" marL="0" rtl="0" algn="l">
              <a:spcBef>
                <a:spcPts val="480"/>
              </a:spcBef>
              <a:spcAft>
                <a:spcPts val="0"/>
              </a:spcAft>
              <a:buNone/>
            </a:pPr>
            <a:r>
              <a:t/>
            </a:r>
            <a:endParaRPr sz="1800"/>
          </a:p>
        </p:txBody>
      </p:sp>
      <p:pic>
        <p:nvPicPr>
          <p:cNvPr id="111" name="Google Shape;111;p21"/>
          <p:cNvPicPr preferRelativeResize="0"/>
          <p:nvPr/>
        </p:nvPicPr>
        <p:blipFill>
          <a:blip r:embed="rId3">
            <a:alphaModFix/>
          </a:blip>
          <a:stretch>
            <a:fillRect/>
          </a:stretch>
        </p:blipFill>
        <p:spPr>
          <a:xfrm>
            <a:off x="6959275" y="116633"/>
            <a:ext cx="2009775" cy="438150"/>
          </a:xfrm>
          <a:prstGeom prst="rect">
            <a:avLst/>
          </a:prstGeom>
          <a:noFill/>
          <a:ln>
            <a:noFill/>
          </a:ln>
        </p:spPr>
      </p:pic>
      <p:pic>
        <p:nvPicPr>
          <p:cNvPr id="112" name="Google Shape;112;p21"/>
          <p:cNvPicPr preferRelativeResize="0"/>
          <p:nvPr/>
        </p:nvPicPr>
        <p:blipFill>
          <a:blip r:embed="rId4">
            <a:alphaModFix/>
          </a:blip>
          <a:stretch>
            <a:fillRect/>
          </a:stretch>
        </p:blipFill>
        <p:spPr>
          <a:xfrm>
            <a:off x="857625" y="3568325"/>
            <a:ext cx="5543550" cy="1352550"/>
          </a:xfrm>
          <a:prstGeom prst="rect">
            <a:avLst/>
          </a:prstGeom>
          <a:noFill/>
          <a:ln>
            <a:noFill/>
          </a:ln>
        </p:spPr>
      </p:pic>
    </p:spTree>
  </p:cSld>
  <p:clrMapOvr>
    <a:masterClrMapping/>
  </p:clrMapOvr>
  <p:transition>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type="title"/>
          </p:nvPr>
        </p:nvSpPr>
        <p:spPr>
          <a:xfrm>
            <a:off x="280559" y="112593"/>
            <a:ext cx="8564400" cy="47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alibri"/>
              <a:buNone/>
            </a:pPr>
            <a:r>
              <a:rPr b="1" lang="en" sz="3600"/>
              <a:t>Reducers</a:t>
            </a:r>
            <a:endParaRPr/>
          </a:p>
        </p:txBody>
      </p:sp>
      <p:sp>
        <p:nvSpPr>
          <p:cNvPr id="118" name="Google Shape;118;p22"/>
          <p:cNvSpPr txBox="1"/>
          <p:nvPr>
            <p:ph idx="1" type="body"/>
          </p:nvPr>
        </p:nvSpPr>
        <p:spPr>
          <a:xfrm>
            <a:off x="289800" y="780275"/>
            <a:ext cx="8564400" cy="4076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400"/>
              </a:spcBef>
              <a:spcAft>
                <a:spcPts val="0"/>
              </a:spcAft>
              <a:buClr>
                <a:schemeClr val="dk1"/>
              </a:buClr>
              <a:buSzPts val="500"/>
              <a:buFont typeface="Arial"/>
              <a:buNone/>
            </a:pPr>
            <a:r>
              <a:rPr lang="en" sz="1300"/>
              <a:t>Reducers are pure functions that update the state of the application in response to actions. Reducers take a previous state and an action as the input and return a modified version of the state. Since the state is immutable, a reducer always returns a new state, which is an updated version of the previous state.</a:t>
            </a:r>
            <a:endParaRPr sz="1300"/>
          </a:p>
          <a:p>
            <a:pPr indent="0" lvl="0" marL="0" marR="0" rtl="0" algn="l">
              <a:lnSpc>
                <a:spcPct val="100000"/>
              </a:lnSpc>
              <a:spcBef>
                <a:spcPts val="400"/>
              </a:spcBef>
              <a:spcAft>
                <a:spcPts val="0"/>
              </a:spcAft>
              <a:buClr>
                <a:schemeClr val="dk1"/>
              </a:buClr>
              <a:buSzPts val="500"/>
              <a:buFont typeface="Arial"/>
              <a:buNone/>
            </a:pPr>
            <a:r>
              <a:t/>
            </a:r>
            <a:endParaRPr sz="1000"/>
          </a:p>
          <a:p>
            <a:pPr indent="0" lvl="0" marL="0" marR="0" rtl="0" algn="l">
              <a:lnSpc>
                <a:spcPct val="100000"/>
              </a:lnSpc>
              <a:spcBef>
                <a:spcPts val="400"/>
              </a:spcBef>
              <a:spcAft>
                <a:spcPts val="0"/>
              </a:spcAft>
              <a:buClr>
                <a:schemeClr val="dk1"/>
              </a:buClr>
              <a:buSzPts val="500"/>
              <a:buFont typeface="Arial"/>
              <a:buNone/>
            </a:pPr>
            <a:r>
              <a:t/>
            </a:r>
            <a:endParaRPr sz="1000"/>
          </a:p>
        </p:txBody>
      </p:sp>
      <p:pic>
        <p:nvPicPr>
          <p:cNvPr id="119" name="Google Shape;119;p22"/>
          <p:cNvPicPr preferRelativeResize="0"/>
          <p:nvPr/>
        </p:nvPicPr>
        <p:blipFill>
          <a:blip r:embed="rId3">
            <a:alphaModFix/>
          </a:blip>
          <a:stretch>
            <a:fillRect/>
          </a:stretch>
        </p:blipFill>
        <p:spPr>
          <a:xfrm>
            <a:off x="6959275" y="116633"/>
            <a:ext cx="2009775" cy="438150"/>
          </a:xfrm>
          <a:prstGeom prst="rect">
            <a:avLst/>
          </a:prstGeom>
          <a:noFill/>
          <a:ln>
            <a:noFill/>
          </a:ln>
        </p:spPr>
      </p:pic>
      <p:pic>
        <p:nvPicPr>
          <p:cNvPr id="120" name="Google Shape;120;p22"/>
          <p:cNvPicPr preferRelativeResize="0"/>
          <p:nvPr/>
        </p:nvPicPr>
        <p:blipFill>
          <a:blip r:embed="rId4">
            <a:alphaModFix/>
          </a:blip>
          <a:stretch>
            <a:fillRect/>
          </a:stretch>
        </p:blipFill>
        <p:spPr>
          <a:xfrm>
            <a:off x="409713" y="1549263"/>
            <a:ext cx="5553075" cy="3343275"/>
          </a:xfrm>
          <a:prstGeom prst="rect">
            <a:avLst/>
          </a:prstGeom>
          <a:noFill/>
          <a:ln>
            <a:noFill/>
          </a:ln>
        </p:spPr>
      </p:pic>
    </p:spTree>
  </p:cSld>
  <p:clrMapOvr>
    <a:masterClrMapping/>
  </p:clrMapOvr>
  <p:transition>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3"/>
          <p:cNvSpPr txBox="1"/>
          <p:nvPr>
            <p:ph type="title"/>
          </p:nvPr>
        </p:nvSpPr>
        <p:spPr>
          <a:xfrm>
            <a:off x="280559" y="153535"/>
            <a:ext cx="8564400" cy="552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700"/>
              <a:buFont typeface="Calibri"/>
              <a:buNone/>
            </a:pPr>
            <a:r>
              <a:rPr b="1" lang="en" sz="3800"/>
              <a:t>Redux Flow</a:t>
            </a:r>
            <a:endParaRPr b="1" sz="3800"/>
          </a:p>
        </p:txBody>
      </p:sp>
      <p:sp>
        <p:nvSpPr>
          <p:cNvPr id="126" name="Google Shape;126;p23"/>
          <p:cNvSpPr txBox="1"/>
          <p:nvPr>
            <p:ph idx="1" type="body"/>
          </p:nvPr>
        </p:nvSpPr>
        <p:spPr>
          <a:xfrm>
            <a:off x="289800" y="833425"/>
            <a:ext cx="8679300" cy="3361500"/>
          </a:xfrm>
          <a:prstGeom prst="rect">
            <a:avLst/>
          </a:prstGeom>
          <a:noFill/>
          <a:ln>
            <a:noFill/>
          </a:ln>
        </p:spPr>
        <p:txBody>
          <a:bodyPr anchorCtr="0" anchor="t" bIns="45700" lIns="91425" spcFirstLastPara="1" rIns="91425" wrap="square" tIns="45700">
            <a:noAutofit/>
          </a:bodyPr>
          <a:lstStyle/>
          <a:p>
            <a:pPr indent="-311150" lvl="0" marL="457200" rtl="0" algn="l">
              <a:spcBef>
                <a:spcPts val="480"/>
              </a:spcBef>
              <a:spcAft>
                <a:spcPts val="0"/>
              </a:spcAft>
              <a:buSzPts val="1300"/>
              <a:buChar char="•"/>
            </a:pPr>
            <a:r>
              <a:rPr lang="en" sz="1300">
                <a:latin typeface="Arial"/>
                <a:ea typeface="Arial"/>
                <a:cs typeface="Arial"/>
                <a:sym typeface="Arial"/>
              </a:rPr>
              <a:t>Component dispatches an action</a:t>
            </a:r>
            <a:endParaRPr sz="1300">
              <a:latin typeface="Arial"/>
              <a:ea typeface="Arial"/>
              <a:cs typeface="Arial"/>
              <a:sym typeface="Arial"/>
            </a:endParaRPr>
          </a:p>
          <a:p>
            <a:pPr indent="-311150" lvl="0" marL="457200" rtl="0" algn="l">
              <a:spcBef>
                <a:spcPts val="0"/>
              </a:spcBef>
              <a:spcAft>
                <a:spcPts val="0"/>
              </a:spcAft>
              <a:buSzPts val="1300"/>
              <a:buChar char="•"/>
            </a:pPr>
            <a:r>
              <a:rPr lang="en" sz="1300">
                <a:latin typeface="Arial"/>
                <a:ea typeface="Arial"/>
                <a:cs typeface="Arial"/>
                <a:sym typeface="Arial"/>
              </a:rPr>
              <a:t>Action is sent to the reducer</a:t>
            </a:r>
            <a:endParaRPr sz="1300">
              <a:latin typeface="Arial"/>
              <a:ea typeface="Arial"/>
              <a:cs typeface="Arial"/>
              <a:sym typeface="Arial"/>
            </a:endParaRPr>
          </a:p>
          <a:p>
            <a:pPr indent="-311150" lvl="0" marL="457200" rtl="0" algn="l">
              <a:spcBef>
                <a:spcPts val="0"/>
              </a:spcBef>
              <a:spcAft>
                <a:spcPts val="0"/>
              </a:spcAft>
              <a:buSzPts val="1300"/>
              <a:buChar char="•"/>
            </a:pPr>
            <a:r>
              <a:rPr lang="en" sz="1300">
                <a:latin typeface="Arial"/>
                <a:ea typeface="Arial"/>
                <a:cs typeface="Arial"/>
                <a:sym typeface="Arial"/>
              </a:rPr>
              <a:t>Reducer updates the store</a:t>
            </a:r>
            <a:endParaRPr sz="1300">
              <a:latin typeface="Arial"/>
              <a:ea typeface="Arial"/>
              <a:cs typeface="Arial"/>
              <a:sym typeface="Arial"/>
            </a:endParaRPr>
          </a:p>
          <a:p>
            <a:pPr indent="-311150" lvl="0" marL="457200" rtl="0" algn="l">
              <a:spcBef>
                <a:spcPts val="0"/>
              </a:spcBef>
              <a:spcAft>
                <a:spcPts val="0"/>
              </a:spcAft>
              <a:buSzPts val="1300"/>
              <a:buChar char="•"/>
            </a:pPr>
            <a:r>
              <a:rPr lang="en" sz="1300">
                <a:latin typeface="Arial"/>
                <a:ea typeface="Arial"/>
                <a:cs typeface="Arial"/>
                <a:sym typeface="Arial"/>
              </a:rPr>
              <a:t>Components rerender with the new state</a:t>
            </a:r>
            <a:endParaRPr sz="1300">
              <a:latin typeface="Arial"/>
              <a:ea typeface="Arial"/>
              <a:cs typeface="Arial"/>
              <a:sym typeface="Arial"/>
            </a:endParaRPr>
          </a:p>
          <a:p>
            <a:pPr indent="0" lvl="0" marL="0" rtl="0" algn="l">
              <a:spcBef>
                <a:spcPts val="480"/>
              </a:spcBef>
              <a:spcAft>
                <a:spcPts val="0"/>
              </a:spcAft>
              <a:buNone/>
            </a:pPr>
            <a:r>
              <a:t/>
            </a:r>
            <a:endParaRPr sz="1300">
              <a:latin typeface="Arial"/>
              <a:ea typeface="Arial"/>
              <a:cs typeface="Arial"/>
              <a:sym typeface="Arial"/>
            </a:endParaRPr>
          </a:p>
          <a:p>
            <a:pPr indent="0" lvl="0" marL="0" rtl="0" algn="l">
              <a:spcBef>
                <a:spcPts val="480"/>
              </a:spcBef>
              <a:spcAft>
                <a:spcPts val="0"/>
              </a:spcAft>
              <a:buNone/>
            </a:pPr>
            <a:r>
              <a:t/>
            </a:r>
            <a:endParaRPr sz="1300">
              <a:latin typeface="Arial"/>
              <a:ea typeface="Arial"/>
              <a:cs typeface="Arial"/>
              <a:sym typeface="Arial"/>
            </a:endParaRPr>
          </a:p>
          <a:p>
            <a:pPr indent="0" lvl="0" marL="0" rtl="0" algn="l">
              <a:spcBef>
                <a:spcPts val="480"/>
              </a:spcBef>
              <a:spcAft>
                <a:spcPts val="0"/>
              </a:spcAft>
              <a:buNone/>
            </a:pPr>
            <a:r>
              <a:t/>
            </a:r>
            <a:endParaRPr b="1" sz="2000">
              <a:latin typeface="Arial"/>
              <a:ea typeface="Arial"/>
              <a:cs typeface="Arial"/>
              <a:sym typeface="Arial"/>
            </a:endParaRPr>
          </a:p>
        </p:txBody>
      </p:sp>
      <p:pic>
        <p:nvPicPr>
          <p:cNvPr id="127" name="Google Shape;127;p23"/>
          <p:cNvPicPr preferRelativeResize="0"/>
          <p:nvPr/>
        </p:nvPicPr>
        <p:blipFill>
          <a:blip r:embed="rId3">
            <a:alphaModFix/>
          </a:blip>
          <a:stretch>
            <a:fillRect/>
          </a:stretch>
        </p:blipFill>
        <p:spPr>
          <a:xfrm>
            <a:off x="7499775" y="116627"/>
            <a:ext cx="1469275" cy="320325"/>
          </a:xfrm>
          <a:prstGeom prst="rect">
            <a:avLst/>
          </a:prstGeom>
          <a:noFill/>
          <a:ln>
            <a:noFill/>
          </a:ln>
        </p:spPr>
      </p:pic>
      <p:pic>
        <p:nvPicPr>
          <p:cNvPr id="128" name="Google Shape;128;p23"/>
          <p:cNvPicPr preferRelativeResize="0"/>
          <p:nvPr/>
        </p:nvPicPr>
        <p:blipFill>
          <a:blip r:embed="rId4">
            <a:alphaModFix/>
          </a:blip>
          <a:stretch>
            <a:fillRect/>
          </a:stretch>
        </p:blipFill>
        <p:spPr>
          <a:xfrm>
            <a:off x="1296359" y="1811425"/>
            <a:ext cx="6220426" cy="3265725"/>
          </a:xfrm>
          <a:prstGeom prst="rect">
            <a:avLst/>
          </a:prstGeom>
          <a:noFill/>
          <a:ln>
            <a:noFill/>
          </a:ln>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4"/>
          <p:cNvSpPr txBox="1"/>
          <p:nvPr>
            <p:ph type="title"/>
          </p:nvPr>
        </p:nvSpPr>
        <p:spPr>
          <a:xfrm>
            <a:off x="128159" y="2052221"/>
            <a:ext cx="8564400" cy="447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Calibri"/>
              <a:buNone/>
            </a:pPr>
            <a:r>
              <a:rPr lang="en"/>
              <a:t>Demo</a:t>
            </a:r>
            <a:endParaRPr b="0" i="0" sz="2800" u="none" cap="none" strike="noStrike">
              <a:solidFill>
                <a:schemeClr val="dk1"/>
              </a:solidFill>
              <a:latin typeface="Calibri"/>
              <a:ea typeface="Calibri"/>
              <a:cs typeface="Calibri"/>
              <a:sym typeface="Calibri"/>
            </a:endParaRPr>
          </a:p>
        </p:txBody>
      </p:sp>
      <p:pic>
        <p:nvPicPr>
          <p:cNvPr id="134" name="Google Shape;134;p24"/>
          <p:cNvPicPr preferRelativeResize="0"/>
          <p:nvPr/>
        </p:nvPicPr>
        <p:blipFill>
          <a:blip r:embed="rId3">
            <a:alphaModFix/>
          </a:blip>
          <a:stretch>
            <a:fillRect/>
          </a:stretch>
        </p:blipFill>
        <p:spPr>
          <a:xfrm>
            <a:off x="6959275" y="116633"/>
            <a:ext cx="2009775" cy="4381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5"/>
          <p:cNvSpPr txBox="1"/>
          <p:nvPr>
            <p:ph type="title"/>
          </p:nvPr>
        </p:nvSpPr>
        <p:spPr>
          <a:xfrm>
            <a:off x="128159" y="2052221"/>
            <a:ext cx="8564400" cy="447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Calibri"/>
              <a:buNone/>
            </a:pPr>
            <a:r>
              <a:rPr b="0" i="0" lang="en" sz="2800" u="none" cap="none" strike="noStrike">
                <a:solidFill>
                  <a:schemeClr val="dk1"/>
                </a:solidFill>
                <a:latin typeface="Calibri"/>
                <a:ea typeface="Calibri"/>
                <a:cs typeface="Calibri"/>
                <a:sym typeface="Calibri"/>
              </a:rPr>
              <a:t>Thank You</a:t>
            </a:r>
            <a:endParaRPr b="0" i="0" sz="2800" u="none" cap="none" strike="noStrike">
              <a:solidFill>
                <a:schemeClr val="dk1"/>
              </a:solidFill>
              <a:latin typeface="Calibri"/>
              <a:ea typeface="Calibri"/>
              <a:cs typeface="Calibri"/>
              <a:sym typeface="Calibri"/>
            </a:endParaRPr>
          </a:p>
        </p:txBody>
      </p:sp>
      <p:pic>
        <p:nvPicPr>
          <p:cNvPr id="140" name="Google Shape;140;p25"/>
          <p:cNvPicPr preferRelativeResize="0"/>
          <p:nvPr/>
        </p:nvPicPr>
        <p:blipFill>
          <a:blip r:embed="rId3">
            <a:alphaModFix/>
          </a:blip>
          <a:stretch>
            <a:fillRect/>
          </a:stretch>
        </p:blipFill>
        <p:spPr>
          <a:xfrm>
            <a:off x="6959275" y="116633"/>
            <a:ext cx="2009775" cy="4381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