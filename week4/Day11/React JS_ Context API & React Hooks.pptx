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7"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y="5143500" cx="9144000"/>
  <p:notesSz cx="6858000" cy="9144000"/>
  <p:embeddedFontLst>
    <p:embeddedFont>
      <p:font typeface="Tahoma"/>
      <p:regular r:id="rId36"/>
      <p:bold r:id="rId37"/>
    </p:embeddedFont>
    <p:embeddedFont>
      <p:font typeface="Roboto Mono"/>
      <p:regular r:id="rId38"/>
      <p:bold r:id="rId39"/>
      <p:italic r:id="rId40"/>
      <p:boldItalic r:id="rId41"/>
    </p:embeddedFont>
    <p:embeddedFont>
      <p:font typeface="Century Gothic"/>
      <p:regular r:id="rId42"/>
      <p:bold r:id="rId43"/>
      <p:italic r:id="rId44"/>
      <p:boldItalic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Mono-italic.fntdata"/><Relationship Id="rId20" Type="http://schemas.openxmlformats.org/officeDocument/2006/relationships/slide" Target="slides/slide15.xml"/><Relationship Id="rId42" Type="http://schemas.openxmlformats.org/officeDocument/2006/relationships/font" Target="fonts/CenturyGothic-regular.fntdata"/><Relationship Id="rId41" Type="http://schemas.openxmlformats.org/officeDocument/2006/relationships/font" Target="fonts/RobotoMono-boldItalic.fntdata"/><Relationship Id="rId22" Type="http://schemas.openxmlformats.org/officeDocument/2006/relationships/slide" Target="slides/slide17.xml"/><Relationship Id="rId44" Type="http://schemas.openxmlformats.org/officeDocument/2006/relationships/font" Target="fonts/CenturyGothic-italic.fntdata"/><Relationship Id="rId21" Type="http://schemas.openxmlformats.org/officeDocument/2006/relationships/slide" Target="slides/slide16.xml"/><Relationship Id="rId43" Type="http://schemas.openxmlformats.org/officeDocument/2006/relationships/font" Target="fonts/CenturyGothic-bold.fntdata"/><Relationship Id="rId24" Type="http://schemas.openxmlformats.org/officeDocument/2006/relationships/slide" Target="slides/slide19.xml"/><Relationship Id="rId23" Type="http://schemas.openxmlformats.org/officeDocument/2006/relationships/slide" Target="slides/slide18.xml"/><Relationship Id="rId45" Type="http://schemas.openxmlformats.org/officeDocument/2006/relationships/font" Target="fonts/CenturyGothic-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Tahoma-bold.fntdata"/><Relationship Id="rId14" Type="http://schemas.openxmlformats.org/officeDocument/2006/relationships/slide" Target="slides/slide9.xml"/><Relationship Id="rId36" Type="http://schemas.openxmlformats.org/officeDocument/2006/relationships/font" Target="fonts/Tahoma-regular.fntdata"/><Relationship Id="rId17" Type="http://schemas.openxmlformats.org/officeDocument/2006/relationships/slide" Target="slides/slide12.xml"/><Relationship Id="rId39" Type="http://schemas.openxmlformats.org/officeDocument/2006/relationships/font" Target="fonts/RobotoMono-bold.fntdata"/><Relationship Id="rId16" Type="http://schemas.openxmlformats.org/officeDocument/2006/relationships/slide" Target="slides/slide11.xml"/><Relationship Id="rId38" Type="http://schemas.openxmlformats.org/officeDocument/2006/relationships/font" Target="fonts/RobotoMono-regular.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 name="Shape 40"/>
        <p:cNvGrpSpPr/>
        <p:nvPr/>
      </p:nvGrpSpPr>
      <p:grpSpPr>
        <a:xfrm>
          <a:off x="0" y="0"/>
          <a:ext cx="0" cy="0"/>
          <a:chOff x="0" y="0"/>
          <a:chExt cx="0" cy="0"/>
        </a:xfrm>
      </p:grpSpPr>
      <p:sp>
        <p:nvSpPr>
          <p:cNvPr id="41" name="Google Shape;41;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 name="Google Shape;4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 name="Google Shape;62;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9d40625301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8" name="Google Shape;68;g39d40625301_0_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 name="Google Shape;73;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a1e3920472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a1e3920472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9d3727d527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 name="Google Shape;86;g39d3727d527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 CartContext.js</a:t>
            </a:r>
            <a:endParaRPr/>
          </a:p>
          <a:p>
            <a:pPr indent="0" lvl="0" marL="0" rtl="0" algn="l">
              <a:spcBef>
                <a:spcPts val="0"/>
              </a:spcBef>
              <a:spcAft>
                <a:spcPts val="0"/>
              </a:spcAft>
              <a:buClr>
                <a:schemeClr val="dk1"/>
              </a:buClr>
              <a:buSzPts val="1100"/>
              <a:buFont typeface="Arial"/>
              <a:buNone/>
            </a:pPr>
            <a:r>
              <a:rPr lang="en"/>
              <a:t>import React, { createContext, useState } from "react";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export const CartContext = createContext();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export const CartProvider = ({ children }) =&gt; {</a:t>
            </a:r>
            <a:endParaRPr/>
          </a:p>
          <a:p>
            <a:pPr indent="0" lvl="0" marL="0" rtl="0" algn="l">
              <a:spcBef>
                <a:spcPts val="0"/>
              </a:spcBef>
              <a:spcAft>
                <a:spcPts val="0"/>
              </a:spcAft>
              <a:buClr>
                <a:schemeClr val="dk1"/>
              </a:buClr>
              <a:buSzPts val="1100"/>
              <a:buFont typeface="Arial"/>
              <a:buNone/>
            </a:pPr>
            <a:r>
              <a:rPr lang="en"/>
              <a:t>  const [cartItems, setCartItems] = useState([]);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  const addToCart = (item) =&gt; setCartItems((prev) =&gt; [...prev, item]);</a:t>
            </a:r>
            <a:endParaRPr/>
          </a:p>
          <a:p>
            <a:pPr indent="0" lvl="0" marL="0" rtl="0" algn="l">
              <a:spcBef>
                <a:spcPts val="0"/>
              </a:spcBef>
              <a:spcAft>
                <a:spcPts val="0"/>
              </a:spcAft>
              <a:buClr>
                <a:schemeClr val="dk1"/>
              </a:buClr>
              <a:buSzPts val="1100"/>
              <a:buFont typeface="Arial"/>
              <a:buNone/>
            </a:pPr>
            <a:r>
              <a:rPr lang="en"/>
              <a:t>  const removeFromCart = (id) =&gt;</a:t>
            </a:r>
            <a:endParaRPr/>
          </a:p>
          <a:p>
            <a:pPr indent="0" lvl="0" marL="0" rtl="0" algn="l">
              <a:spcBef>
                <a:spcPts val="0"/>
              </a:spcBef>
              <a:spcAft>
                <a:spcPts val="0"/>
              </a:spcAft>
              <a:buClr>
                <a:schemeClr val="dk1"/>
              </a:buClr>
              <a:buSzPts val="1100"/>
              <a:buFont typeface="Arial"/>
              <a:buNone/>
            </a:pPr>
            <a:r>
              <a:rPr lang="en"/>
              <a:t>    setCartItems((prev) =&gt; prev.filter((i) =&gt; i.id !== id));</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  return (</a:t>
            </a:r>
            <a:endParaRPr/>
          </a:p>
          <a:p>
            <a:pPr indent="0" lvl="0" marL="0" rtl="0" algn="l">
              <a:spcBef>
                <a:spcPts val="0"/>
              </a:spcBef>
              <a:spcAft>
                <a:spcPts val="0"/>
              </a:spcAft>
              <a:buClr>
                <a:schemeClr val="dk1"/>
              </a:buClr>
              <a:buSzPts val="1100"/>
              <a:buFont typeface="Arial"/>
              <a:buNone/>
            </a:pPr>
            <a:r>
              <a:rPr lang="en"/>
              <a:t>    &lt;CartContext.Provider value={{ cartItems, addToCart, removeFromCart }}&gt;</a:t>
            </a:r>
            <a:endParaRPr/>
          </a:p>
          <a:p>
            <a:pPr indent="0" lvl="0" marL="0" rtl="0" algn="l">
              <a:spcBef>
                <a:spcPts val="0"/>
              </a:spcBef>
              <a:spcAft>
                <a:spcPts val="0"/>
              </a:spcAft>
              <a:buClr>
                <a:schemeClr val="dk1"/>
              </a:buClr>
              <a:buSzPts val="1100"/>
              <a:buFont typeface="Arial"/>
              <a:buNone/>
            </a:pPr>
            <a:r>
              <a:rPr lang="en"/>
              <a:t>      {children}</a:t>
            </a:r>
            <a:endParaRPr/>
          </a:p>
          <a:p>
            <a:pPr indent="0" lvl="0" marL="0" rtl="0" algn="l">
              <a:spcBef>
                <a:spcPts val="0"/>
              </a:spcBef>
              <a:spcAft>
                <a:spcPts val="0"/>
              </a:spcAft>
              <a:buClr>
                <a:schemeClr val="dk1"/>
              </a:buClr>
              <a:buSzPts val="1100"/>
              <a:buFont typeface="Arial"/>
              <a:buNone/>
            </a:pPr>
            <a:r>
              <a:rPr lang="en"/>
              <a:t>    &lt;/CartContext.Provider&gt;</a:t>
            </a:r>
            <a:endParaRPr/>
          </a:p>
          <a:p>
            <a:pPr indent="0" lvl="0" marL="0" rtl="0" algn="l">
              <a:spcBef>
                <a:spcPts val="0"/>
              </a:spcBef>
              <a:spcAft>
                <a:spcPts val="0"/>
              </a:spcAft>
              <a:buClr>
                <a:schemeClr val="dk1"/>
              </a:buClr>
              <a:buSzPts val="1100"/>
              <a:buFont typeface="Arial"/>
              <a:buNone/>
            </a:pPr>
            <a:r>
              <a:rPr lang="en"/>
              <a:t>  );</a:t>
            </a:r>
            <a:endParaRPr/>
          </a:p>
          <a:p>
            <a:pPr indent="0" lvl="0" marL="0" rtl="0" algn="l">
              <a:spcBef>
                <a:spcPts val="0"/>
              </a:spcBef>
              <a:spcAft>
                <a:spcPts val="0"/>
              </a:spcAft>
              <a:buClr>
                <a:schemeClr val="dk1"/>
              </a:buClr>
              <a:buSzPts val="1100"/>
              <a:buFont typeface="Arial"/>
              <a:buNone/>
            </a:pPr>
            <a:r>
              <a:rPr lang="en"/>
              <a:t>};</a:t>
            </a:r>
            <a:endParaRPr/>
          </a:p>
          <a:p>
            <a:pPr indent="0" lvl="0" marL="0" rtl="0" algn="l">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9d3727d527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3" name="Google Shape;93;g39d3727d527_0_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100"/>
              <a:buNone/>
            </a:pPr>
            <a:r>
              <a:rPr lang="en">
                <a:solidFill>
                  <a:schemeClr val="dk1"/>
                </a:solidFill>
              </a:rPr>
              <a:t>“Here, </a:t>
            </a:r>
            <a:r>
              <a:rPr lang="en">
                <a:solidFill>
                  <a:srgbClr val="188038"/>
                </a:solidFill>
                <a:latin typeface="Roboto Mono"/>
                <a:ea typeface="Roboto Mono"/>
                <a:cs typeface="Roboto Mono"/>
                <a:sym typeface="Roboto Mono"/>
              </a:rPr>
              <a:t>CartProvider</a:t>
            </a:r>
            <a:r>
              <a:rPr lang="en">
                <a:solidFill>
                  <a:schemeClr val="dk1"/>
                </a:solidFill>
              </a:rPr>
              <a:t> wraps the app and shares both data (</a:t>
            </a:r>
            <a:r>
              <a:rPr lang="en">
                <a:solidFill>
                  <a:srgbClr val="188038"/>
                </a:solidFill>
                <a:latin typeface="Roboto Mono"/>
                <a:ea typeface="Roboto Mono"/>
                <a:cs typeface="Roboto Mono"/>
                <a:sym typeface="Roboto Mono"/>
              </a:rPr>
              <a:t>cartItems</a:t>
            </a:r>
            <a:r>
              <a:rPr lang="en">
                <a:solidFill>
                  <a:schemeClr val="dk1"/>
                </a:solidFill>
              </a:rPr>
              <a:t>) and behavior (</a:t>
            </a:r>
            <a:r>
              <a:rPr lang="en">
                <a:solidFill>
                  <a:srgbClr val="188038"/>
                </a:solidFill>
                <a:latin typeface="Roboto Mono"/>
                <a:ea typeface="Roboto Mono"/>
                <a:cs typeface="Roboto Mono"/>
                <a:sym typeface="Roboto Mono"/>
              </a:rPr>
              <a:t>addToCart</a:t>
            </a:r>
            <a:r>
              <a:rPr lang="en">
                <a:solidFill>
                  <a:schemeClr val="dk1"/>
                </a:solidFill>
              </a:rPr>
              <a:t>, </a:t>
            </a:r>
            <a:r>
              <a:rPr lang="en">
                <a:solidFill>
                  <a:srgbClr val="188038"/>
                </a:solidFill>
                <a:latin typeface="Roboto Mono"/>
                <a:ea typeface="Roboto Mono"/>
                <a:cs typeface="Roboto Mono"/>
                <a:sym typeface="Roboto Mono"/>
              </a:rPr>
              <a:t>removeFromCart</a:t>
            </a:r>
            <a:r>
              <a:rPr lang="en">
                <a:solidFill>
                  <a:schemeClr val="dk1"/>
                </a:solidFill>
              </a:rPr>
              <a:t>).</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rgbClr val="188038"/>
                </a:solidFill>
                <a:latin typeface="Roboto Mono"/>
                <a:ea typeface="Roboto Mono"/>
                <a:cs typeface="Roboto Mono"/>
                <a:sym typeface="Roboto Mono"/>
              </a:rPr>
              <a:t>useContext</a:t>
            </a:r>
            <a:r>
              <a:rPr lang="en">
                <a:solidFill>
                  <a:schemeClr val="dk1"/>
                </a:solidFill>
              </a:rPr>
              <a:t> helps us consume that data anywhere in the component tree.”</a:t>
            </a:r>
            <a:br>
              <a:rPr lang="en"/>
            </a:br>
            <a:br>
              <a:rPr lang="en"/>
            </a:br>
            <a:r>
              <a:rPr lang="en"/>
              <a:t>// ProductList.jsx</a:t>
            </a:r>
            <a:endParaRPr/>
          </a:p>
          <a:p>
            <a:pPr indent="0" lvl="0" marL="0" rtl="0" algn="l">
              <a:spcBef>
                <a:spcPts val="0"/>
              </a:spcBef>
              <a:spcAft>
                <a:spcPts val="0"/>
              </a:spcAft>
              <a:buClr>
                <a:schemeClr val="dk1"/>
              </a:buClr>
              <a:buSzPts val="1100"/>
              <a:buFont typeface="Arial"/>
              <a:buNone/>
            </a:pPr>
            <a:r>
              <a:rPr lang="en"/>
              <a:t>import { useContext } from "react";</a:t>
            </a:r>
            <a:endParaRPr/>
          </a:p>
          <a:p>
            <a:pPr indent="0" lvl="0" marL="0" rtl="0" algn="l">
              <a:spcBef>
                <a:spcPts val="0"/>
              </a:spcBef>
              <a:spcAft>
                <a:spcPts val="0"/>
              </a:spcAft>
              <a:buClr>
                <a:schemeClr val="dk1"/>
              </a:buClr>
              <a:buSzPts val="1100"/>
              <a:buFont typeface="Arial"/>
              <a:buNone/>
            </a:pPr>
            <a:r>
              <a:rPr lang="en"/>
              <a:t>import { CartContext } from "./CartContext";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const ProductList = () =&gt; {</a:t>
            </a:r>
            <a:endParaRPr/>
          </a:p>
          <a:p>
            <a:pPr indent="0" lvl="0" marL="0" rtl="0" algn="l">
              <a:spcBef>
                <a:spcPts val="0"/>
              </a:spcBef>
              <a:spcAft>
                <a:spcPts val="0"/>
              </a:spcAft>
              <a:buClr>
                <a:schemeClr val="dk1"/>
              </a:buClr>
              <a:buSzPts val="1100"/>
              <a:buFont typeface="Arial"/>
              <a:buNone/>
            </a:pPr>
            <a:r>
              <a:rPr lang="en"/>
              <a:t>  const { addToCart } = useContext(CartContext);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  return (</a:t>
            </a:r>
            <a:endParaRPr/>
          </a:p>
          <a:p>
            <a:pPr indent="0" lvl="0" marL="0" rtl="0" algn="l">
              <a:spcBef>
                <a:spcPts val="0"/>
              </a:spcBef>
              <a:spcAft>
                <a:spcPts val="0"/>
              </a:spcAft>
              <a:buClr>
                <a:schemeClr val="dk1"/>
              </a:buClr>
              <a:buSzPts val="1100"/>
              <a:buFont typeface="Arial"/>
              <a:buNone/>
            </a:pPr>
            <a:r>
              <a:rPr lang="en"/>
              <a:t>    &lt;button onClick={() =&gt; addToCart({ id: 1, name: "T-shirt" })}&gt;</a:t>
            </a:r>
            <a:endParaRPr/>
          </a:p>
          <a:p>
            <a:pPr indent="0" lvl="0" marL="0" rtl="0" algn="l">
              <a:spcBef>
                <a:spcPts val="0"/>
              </a:spcBef>
              <a:spcAft>
                <a:spcPts val="0"/>
              </a:spcAft>
              <a:buClr>
                <a:schemeClr val="dk1"/>
              </a:buClr>
              <a:buSzPts val="1100"/>
              <a:buFont typeface="Arial"/>
              <a:buNone/>
            </a:pPr>
            <a:r>
              <a:rPr lang="en"/>
              <a:t>      Add to Cart</a:t>
            </a:r>
            <a:endParaRPr/>
          </a:p>
          <a:p>
            <a:pPr indent="0" lvl="0" marL="0" rtl="0" algn="l">
              <a:spcBef>
                <a:spcPts val="0"/>
              </a:spcBef>
              <a:spcAft>
                <a:spcPts val="0"/>
              </a:spcAft>
              <a:buClr>
                <a:schemeClr val="dk1"/>
              </a:buClr>
              <a:buSzPts val="1100"/>
              <a:buFont typeface="Arial"/>
              <a:buNone/>
            </a:pPr>
            <a:r>
              <a:rPr lang="en"/>
              <a:t>    &lt;/button&gt;</a:t>
            </a:r>
            <a:endParaRPr/>
          </a:p>
          <a:p>
            <a:pPr indent="0" lvl="0" marL="0" rtl="0" algn="l">
              <a:spcBef>
                <a:spcPts val="0"/>
              </a:spcBef>
              <a:spcAft>
                <a:spcPts val="0"/>
              </a:spcAft>
              <a:buClr>
                <a:schemeClr val="dk1"/>
              </a:buClr>
              <a:buSzPts val="1100"/>
              <a:buFont typeface="Arial"/>
              <a:buNone/>
            </a:pPr>
            <a:r>
              <a:rPr lang="en"/>
              <a:t>  );</a:t>
            </a:r>
            <a:endParaRPr/>
          </a:p>
          <a:p>
            <a:pPr indent="0" lvl="0" marL="0" rtl="0" algn="l">
              <a:spcBef>
                <a:spcPts val="0"/>
              </a:spcBef>
              <a:spcAft>
                <a:spcPts val="0"/>
              </a:spcAft>
              <a:buClr>
                <a:schemeClr val="dk1"/>
              </a:buClr>
              <a:buSzPts val="1100"/>
              <a:buFont typeface="Arial"/>
              <a:buNone/>
            </a:pPr>
            <a:r>
              <a:rPr lang="en"/>
              <a:t>};</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1" name="Google Shape;101;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 CartSummary.jsx</a:t>
            </a:r>
            <a:endParaRPr/>
          </a:p>
          <a:p>
            <a:pPr indent="0" lvl="0" marL="0" rtl="0" algn="l">
              <a:spcBef>
                <a:spcPts val="0"/>
              </a:spcBef>
              <a:spcAft>
                <a:spcPts val="0"/>
              </a:spcAft>
              <a:buClr>
                <a:schemeClr val="dk1"/>
              </a:buClr>
              <a:buSzPts val="1100"/>
              <a:buFont typeface="Arial"/>
              <a:buNone/>
            </a:pPr>
            <a:r>
              <a:rPr lang="en"/>
              <a:t>import React, { useContext } from "react";</a:t>
            </a:r>
            <a:endParaRPr/>
          </a:p>
          <a:p>
            <a:pPr indent="0" lvl="0" marL="0" rtl="0" algn="l">
              <a:spcBef>
                <a:spcPts val="0"/>
              </a:spcBef>
              <a:spcAft>
                <a:spcPts val="0"/>
              </a:spcAft>
              <a:buClr>
                <a:schemeClr val="dk1"/>
              </a:buClr>
              <a:buSzPts val="1100"/>
              <a:buFont typeface="Arial"/>
              <a:buNone/>
            </a:pPr>
            <a:r>
              <a:rPr lang="en"/>
              <a:t>import { CartContext } from "./CartContext";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const CartSummary = () =&gt; {</a:t>
            </a:r>
            <a:endParaRPr/>
          </a:p>
          <a:p>
            <a:pPr indent="0" lvl="0" marL="0" rtl="0" algn="l">
              <a:spcBef>
                <a:spcPts val="0"/>
              </a:spcBef>
              <a:spcAft>
                <a:spcPts val="0"/>
              </a:spcAft>
              <a:buClr>
                <a:schemeClr val="dk1"/>
              </a:buClr>
              <a:buSzPts val="1100"/>
              <a:buFont typeface="Arial"/>
              <a:buNone/>
            </a:pPr>
            <a:r>
              <a:rPr lang="en"/>
              <a:t>  const { cartItems, removeFromCart } = useContext(CartContext);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  if (cartItems.length === 0) {</a:t>
            </a:r>
            <a:endParaRPr/>
          </a:p>
          <a:p>
            <a:pPr indent="0" lvl="0" marL="0" rtl="0" algn="l">
              <a:spcBef>
                <a:spcPts val="0"/>
              </a:spcBef>
              <a:spcAft>
                <a:spcPts val="0"/>
              </a:spcAft>
              <a:buClr>
                <a:schemeClr val="dk1"/>
              </a:buClr>
              <a:buSzPts val="1100"/>
              <a:buFont typeface="Arial"/>
              <a:buNone/>
            </a:pPr>
            <a:r>
              <a:rPr lang="en"/>
              <a:t>    return &lt;p&gt;Your cart is empty.&lt;/p&gt;;</a:t>
            </a:r>
            <a:endParaRPr/>
          </a:p>
          <a:p>
            <a:pPr indent="0" lvl="0" marL="0" rtl="0" algn="l">
              <a:spcBef>
                <a:spcPts val="0"/>
              </a:spcBef>
              <a:spcAft>
                <a:spcPts val="0"/>
              </a:spcAft>
              <a:buClr>
                <a:schemeClr val="dk1"/>
              </a:buClr>
              <a:buSzPts val="1100"/>
              <a:buFont typeface="Arial"/>
              <a:buNone/>
            </a:pPr>
            <a:r>
              <a:rPr lang="en"/>
              <a:t>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  return (</a:t>
            </a:r>
            <a:endParaRPr/>
          </a:p>
          <a:p>
            <a:pPr indent="0" lvl="0" marL="0" rtl="0" algn="l">
              <a:spcBef>
                <a:spcPts val="0"/>
              </a:spcBef>
              <a:spcAft>
                <a:spcPts val="0"/>
              </a:spcAft>
              <a:buClr>
                <a:schemeClr val="dk1"/>
              </a:buClr>
              <a:buSzPts val="1100"/>
              <a:buFont typeface="Arial"/>
              <a:buNone/>
            </a:pPr>
            <a:r>
              <a:rPr lang="en"/>
              <a:t>    &lt;div&gt;</a:t>
            </a:r>
            <a:endParaRPr/>
          </a:p>
          <a:p>
            <a:pPr indent="0" lvl="0" marL="0" rtl="0" algn="l">
              <a:spcBef>
                <a:spcPts val="0"/>
              </a:spcBef>
              <a:spcAft>
                <a:spcPts val="0"/>
              </a:spcAft>
              <a:buClr>
                <a:schemeClr val="dk1"/>
              </a:buClr>
              <a:buSzPts val="1100"/>
              <a:buFont typeface="Arial"/>
              <a:buNone/>
            </a:pPr>
            <a:r>
              <a:rPr lang="en"/>
              <a:t>      &lt;h2&gt;Cart Summary&lt;/h2&gt;</a:t>
            </a:r>
            <a:endParaRPr/>
          </a:p>
          <a:p>
            <a:pPr indent="0" lvl="0" marL="0" rtl="0" algn="l">
              <a:spcBef>
                <a:spcPts val="0"/>
              </a:spcBef>
              <a:spcAft>
                <a:spcPts val="0"/>
              </a:spcAft>
              <a:buClr>
                <a:schemeClr val="dk1"/>
              </a:buClr>
              <a:buSzPts val="1100"/>
              <a:buFont typeface="Arial"/>
              <a:buNone/>
            </a:pPr>
            <a:r>
              <a:rPr lang="en"/>
              <a:t>      &lt;ul&gt;</a:t>
            </a:r>
            <a:endParaRPr/>
          </a:p>
          <a:p>
            <a:pPr indent="0" lvl="0" marL="0" rtl="0" algn="l">
              <a:spcBef>
                <a:spcPts val="0"/>
              </a:spcBef>
              <a:spcAft>
                <a:spcPts val="0"/>
              </a:spcAft>
              <a:buClr>
                <a:schemeClr val="dk1"/>
              </a:buClr>
              <a:buSzPts val="1100"/>
              <a:buFont typeface="Arial"/>
              <a:buNone/>
            </a:pPr>
            <a:r>
              <a:rPr lang="en"/>
              <a:t>        {cartItems.map((item) =&gt; (</a:t>
            </a:r>
            <a:endParaRPr/>
          </a:p>
          <a:p>
            <a:pPr indent="0" lvl="0" marL="0" rtl="0" algn="l">
              <a:spcBef>
                <a:spcPts val="0"/>
              </a:spcBef>
              <a:spcAft>
                <a:spcPts val="0"/>
              </a:spcAft>
              <a:buClr>
                <a:schemeClr val="dk1"/>
              </a:buClr>
              <a:buSzPts val="1100"/>
              <a:buFont typeface="Arial"/>
              <a:buNone/>
            </a:pPr>
            <a:r>
              <a:rPr lang="en"/>
              <a:t>          &lt;li key={item.id}&gt;</a:t>
            </a:r>
            <a:endParaRPr/>
          </a:p>
          <a:p>
            <a:pPr indent="0" lvl="0" marL="0" rtl="0" algn="l">
              <a:spcBef>
                <a:spcPts val="0"/>
              </a:spcBef>
              <a:spcAft>
                <a:spcPts val="0"/>
              </a:spcAft>
              <a:buClr>
                <a:schemeClr val="dk1"/>
              </a:buClr>
              <a:buSzPts val="1100"/>
              <a:buFont typeface="Arial"/>
              <a:buNone/>
            </a:pPr>
            <a:r>
              <a:rPr lang="en"/>
              <a:t>            {item.name}</a:t>
            </a:r>
            <a:endParaRPr/>
          </a:p>
          <a:p>
            <a:pPr indent="0" lvl="0" marL="0" rtl="0" algn="l">
              <a:spcBef>
                <a:spcPts val="0"/>
              </a:spcBef>
              <a:spcAft>
                <a:spcPts val="0"/>
              </a:spcAft>
              <a:buClr>
                <a:schemeClr val="dk1"/>
              </a:buClr>
              <a:buSzPts val="1100"/>
              <a:buFont typeface="Arial"/>
              <a:buNone/>
            </a:pPr>
            <a:r>
              <a:rPr lang="en"/>
              <a:t>            &lt;button onClick={() =&gt; removeFromCart(item.id)}&gt;❌ Remove&lt;/button&gt;</a:t>
            </a:r>
            <a:endParaRPr/>
          </a:p>
          <a:p>
            <a:pPr indent="0" lvl="0" marL="0" rtl="0" algn="l">
              <a:spcBef>
                <a:spcPts val="0"/>
              </a:spcBef>
              <a:spcAft>
                <a:spcPts val="0"/>
              </a:spcAft>
              <a:buClr>
                <a:schemeClr val="dk1"/>
              </a:buClr>
              <a:buSzPts val="1100"/>
              <a:buFont typeface="Arial"/>
              <a:buNone/>
            </a:pPr>
            <a:r>
              <a:rPr lang="en"/>
              <a:t>          &lt;/li&gt;</a:t>
            </a:r>
            <a:endParaRPr/>
          </a:p>
          <a:p>
            <a:pPr indent="0" lvl="0" marL="0" rtl="0" algn="l">
              <a:spcBef>
                <a:spcPts val="0"/>
              </a:spcBef>
              <a:spcAft>
                <a:spcPts val="0"/>
              </a:spcAft>
              <a:buClr>
                <a:schemeClr val="dk1"/>
              </a:buClr>
              <a:buSzPts val="1100"/>
              <a:buFont typeface="Arial"/>
              <a:buNone/>
            </a:pPr>
            <a:r>
              <a:rPr lang="en"/>
              <a:t>        ))}</a:t>
            </a:r>
            <a:endParaRPr/>
          </a:p>
          <a:p>
            <a:pPr indent="0" lvl="0" marL="0" rtl="0" algn="l">
              <a:spcBef>
                <a:spcPts val="0"/>
              </a:spcBef>
              <a:spcAft>
                <a:spcPts val="0"/>
              </a:spcAft>
              <a:buClr>
                <a:schemeClr val="dk1"/>
              </a:buClr>
              <a:buSzPts val="1100"/>
              <a:buFont typeface="Arial"/>
              <a:buNone/>
            </a:pPr>
            <a:r>
              <a:rPr lang="en"/>
              <a:t>      &lt;/ul&gt;</a:t>
            </a:r>
            <a:endParaRPr/>
          </a:p>
          <a:p>
            <a:pPr indent="0" lvl="0" marL="0" rtl="0" algn="l">
              <a:spcBef>
                <a:spcPts val="0"/>
              </a:spcBef>
              <a:spcAft>
                <a:spcPts val="0"/>
              </a:spcAft>
              <a:buClr>
                <a:schemeClr val="dk1"/>
              </a:buClr>
              <a:buSzPts val="1100"/>
              <a:buFont typeface="Arial"/>
              <a:buNone/>
            </a:pPr>
            <a:r>
              <a:rPr lang="en"/>
              <a:t>      &lt;p&gt;Total Items: {cartItems.length}&lt;/p&gt;</a:t>
            </a:r>
            <a:endParaRPr/>
          </a:p>
          <a:p>
            <a:pPr indent="0" lvl="0" marL="0" rtl="0" algn="l">
              <a:spcBef>
                <a:spcPts val="0"/>
              </a:spcBef>
              <a:spcAft>
                <a:spcPts val="0"/>
              </a:spcAft>
              <a:buClr>
                <a:schemeClr val="dk1"/>
              </a:buClr>
              <a:buSzPts val="1100"/>
              <a:buFont typeface="Arial"/>
              <a:buNone/>
            </a:pPr>
            <a:r>
              <a:rPr lang="en"/>
              <a:t>    &lt;/div&gt;</a:t>
            </a:r>
            <a:endParaRPr/>
          </a:p>
          <a:p>
            <a:pPr indent="0" lvl="0" marL="0" rtl="0" algn="l">
              <a:spcBef>
                <a:spcPts val="0"/>
              </a:spcBef>
              <a:spcAft>
                <a:spcPts val="0"/>
              </a:spcAft>
              <a:buClr>
                <a:schemeClr val="dk1"/>
              </a:buClr>
              <a:buSzPts val="1100"/>
              <a:buFont typeface="Arial"/>
              <a:buNone/>
            </a:pPr>
            <a:r>
              <a:rPr lang="en"/>
              <a:t>  );</a:t>
            </a:r>
            <a:endParaRPr/>
          </a:p>
          <a:p>
            <a:pPr indent="0" lvl="0" marL="0" rtl="0" algn="l">
              <a:spcBef>
                <a:spcPts val="0"/>
              </a:spcBef>
              <a:spcAft>
                <a:spcPts val="0"/>
              </a:spcAft>
              <a:buClr>
                <a:schemeClr val="dk1"/>
              </a:buClr>
              <a:buSzPts val="1100"/>
              <a:buFont typeface="Arial"/>
              <a:buNone/>
            </a:pPr>
            <a:r>
              <a:rPr lang="en"/>
              <a: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export default CartSummary;</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9d3727d527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7" name="Google Shape;107;g39d3727d527_0_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en" sz="1700">
                <a:solidFill>
                  <a:schemeClr val="dk1"/>
                </a:solidFill>
              </a:rPr>
              <a:t>Real-World Use Cases</a:t>
            </a:r>
            <a:endParaRPr b="1" sz="17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Cover the common ones:</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a:solidFill>
                  <a:schemeClr val="dk1"/>
                </a:solidFill>
              </a:rPr>
              <a:t>Theme switching</a:t>
            </a:r>
            <a:r>
              <a:rPr lang="en">
                <a:solidFill>
                  <a:schemeClr val="dk1"/>
                </a:solidFill>
              </a:rPr>
              <a:t> (light/dark mode)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Authentication + User data</a:t>
            </a:r>
            <a:r>
              <a:rPr lang="en">
                <a:solidFill>
                  <a:schemeClr val="dk1"/>
                </a:solidFill>
              </a:rPr>
              <a:t> (current user)</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Language/i18n</a:t>
            </a:r>
            <a:br>
              <a:rPr b="1" lang="en">
                <a:solidFill>
                  <a:schemeClr val="dk1"/>
                </a:solidFill>
              </a:rPr>
            </a:br>
            <a:endParaRPr b="1">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Cart / Wishlist</a:t>
            </a:r>
            <a:r>
              <a:rPr lang="en">
                <a:solidFill>
                  <a:schemeClr val="dk1"/>
                </a:solidFill>
              </a:rPr>
              <a:t> (simple e-commerce)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en">
                <a:solidFill>
                  <a:schemeClr val="dk1"/>
                </a:solidFill>
              </a:rPr>
              <a:t>Global alerts/toasts</a:t>
            </a:r>
            <a:endParaRPr b="1">
              <a:solidFill>
                <a:schemeClr val="dk1"/>
              </a:solidFill>
            </a:endParaRPr>
          </a:p>
          <a:p>
            <a:pPr indent="0" lvl="0" marL="0" rtl="0" algn="l">
              <a:lnSpc>
                <a:spcPct val="115000"/>
              </a:lnSpc>
              <a:spcBef>
                <a:spcPts val="1200"/>
              </a:spcBef>
              <a:spcAft>
                <a:spcPts val="0"/>
              </a:spcAft>
              <a:buNone/>
            </a:pPr>
            <a:r>
              <a:t/>
            </a:r>
            <a:endParaRPr b="1">
              <a:solidFill>
                <a:schemeClr val="dk1"/>
              </a:solidFill>
            </a:endParaRPr>
          </a:p>
          <a:p>
            <a:pPr indent="0" lvl="0" marL="0" rtl="0" algn="l">
              <a:lnSpc>
                <a:spcPct val="115000"/>
              </a:lnSpc>
              <a:spcBef>
                <a:spcPts val="1800"/>
              </a:spcBef>
              <a:spcAft>
                <a:spcPts val="0"/>
              </a:spcAft>
              <a:buClr>
                <a:schemeClr val="dk1"/>
              </a:buClr>
              <a:buSzPts val="1100"/>
              <a:buFont typeface="Arial"/>
              <a:buNone/>
            </a:pPr>
            <a:r>
              <a:rPr b="1" lang="en" sz="1700">
                <a:solidFill>
                  <a:schemeClr val="dk1"/>
                </a:solidFill>
              </a:rPr>
              <a:t>When NOT to Use Context</a:t>
            </a:r>
            <a:endParaRPr b="1" sz="17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Important for design thinking:</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NOT for every state</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NOT for frequently updating values (e.g., mouse position)</a:t>
            </a:r>
            <a:br>
              <a:rPr lang="en">
                <a:solidFill>
                  <a:schemeClr val="dk1"/>
                </a:solidFill>
              </a:rPr>
            </a:b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NOT for high-frequency UI updates — prefer external stores (Redux, Zustand, Jotai)</a:t>
            </a:r>
            <a:endParaRPr>
              <a:solidFill>
                <a:schemeClr val="dk1"/>
              </a:solidFill>
            </a:endParaRPr>
          </a:p>
          <a:p>
            <a:pPr indent="0" lvl="0" marL="0" rtl="0" algn="l">
              <a:lnSpc>
                <a:spcPct val="115000"/>
              </a:lnSpc>
              <a:spcBef>
                <a:spcPts val="1200"/>
              </a:spcBef>
              <a:spcAft>
                <a:spcPts val="0"/>
              </a:spcAft>
              <a:buNone/>
            </a:pPr>
            <a:r>
              <a:t/>
            </a:r>
            <a:endParaRPr b="1">
              <a:solidFill>
                <a:schemeClr val="dk1"/>
              </a:solidFill>
            </a:endParaRPr>
          </a:p>
          <a:p>
            <a:pPr indent="0" lvl="0" marL="0" rtl="0" algn="l">
              <a:lnSpc>
                <a:spcPct val="100000"/>
              </a:lnSpc>
              <a:spcBef>
                <a:spcPts val="120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9d3727d527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3" name="Google Shape;113;g39d3727d527_0_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a1e3920472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a1e3920472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a1e3920472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a1e3920472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React compares dependencies using </a:t>
            </a:r>
            <a:r>
              <a:rPr b="1" lang="en">
                <a:solidFill>
                  <a:schemeClr val="dk1"/>
                </a:solidFill>
              </a:rPr>
              <a:t>Object.is()</a:t>
            </a:r>
            <a:r>
              <a:rPr lang="en">
                <a:solidFill>
                  <a:schemeClr val="dk1"/>
                </a:solidFill>
              </a:rPr>
              <a:t>, and:</a:t>
            </a:r>
            <a:endParaRPr>
              <a:solidFill>
                <a:schemeClr val="dk1"/>
              </a:solidFill>
            </a:endParaRPr>
          </a:p>
          <a:p>
            <a:pPr indent="0" lvl="0" marL="0" rtl="0" algn="l">
              <a:spcBef>
                <a:spcPts val="120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import React, { useState, useMemo } from "react";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const ExpensiveCalculation = ({ num }) =&gt; {</a:t>
            </a:r>
            <a:endParaRPr/>
          </a:p>
          <a:p>
            <a:pPr indent="0" lvl="0" marL="0" rtl="0" algn="l">
              <a:spcBef>
                <a:spcPts val="0"/>
              </a:spcBef>
              <a:spcAft>
                <a:spcPts val="0"/>
              </a:spcAft>
              <a:buClr>
                <a:schemeClr val="dk1"/>
              </a:buClr>
              <a:buSzPts val="1100"/>
              <a:buFont typeface="Arial"/>
              <a:buNone/>
            </a:pPr>
            <a:r>
              <a:rPr lang="en"/>
              <a:t>  const compute = (n) =&gt; {</a:t>
            </a:r>
            <a:endParaRPr/>
          </a:p>
          <a:p>
            <a:pPr indent="0" lvl="0" marL="0" rtl="0" algn="l">
              <a:spcBef>
                <a:spcPts val="0"/>
              </a:spcBef>
              <a:spcAft>
                <a:spcPts val="0"/>
              </a:spcAft>
              <a:buClr>
                <a:schemeClr val="dk1"/>
              </a:buClr>
              <a:buSzPts val="1100"/>
              <a:buFont typeface="Arial"/>
              <a:buNone/>
            </a:pPr>
            <a:r>
              <a:rPr lang="en"/>
              <a:t>    console.log("Calculating...");</a:t>
            </a:r>
            <a:endParaRPr/>
          </a:p>
          <a:p>
            <a:pPr indent="0" lvl="0" marL="0" rtl="0" algn="l">
              <a:spcBef>
                <a:spcPts val="0"/>
              </a:spcBef>
              <a:spcAft>
                <a:spcPts val="0"/>
              </a:spcAft>
              <a:buClr>
                <a:schemeClr val="dk1"/>
              </a:buClr>
              <a:buSzPts val="1100"/>
              <a:buFont typeface="Arial"/>
              <a:buNone/>
            </a:pPr>
            <a:r>
              <a:rPr lang="en"/>
              <a:t>    for (let i = 0; i &lt; 1000000000; i++) {} // heavy loop</a:t>
            </a:r>
            <a:endParaRPr/>
          </a:p>
          <a:p>
            <a:pPr indent="0" lvl="0" marL="0" rtl="0" algn="l">
              <a:spcBef>
                <a:spcPts val="0"/>
              </a:spcBef>
              <a:spcAft>
                <a:spcPts val="0"/>
              </a:spcAft>
              <a:buClr>
                <a:schemeClr val="dk1"/>
              </a:buClr>
              <a:buSzPts val="1100"/>
              <a:buFont typeface="Arial"/>
              <a:buNone/>
            </a:pPr>
            <a:r>
              <a:rPr lang="en"/>
              <a:t>    return n * 2;</a:t>
            </a:r>
            <a:endParaRPr/>
          </a:p>
          <a:p>
            <a:pPr indent="0" lvl="0" marL="0" rtl="0" algn="l">
              <a:spcBef>
                <a:spcPts val="0"/>
              </a:spcBef>
              <a:spcAft>
                <a:spcPts val="0"/>
              </a:spcAft>
              <a:buClr>
                <a:schemeClr val="dk1"/>
              </a:buClr>
              <a:buSzPts val="1100"/>
              <a:buFont typeface="Arial"/>
              <a:buNone/>
            </a:pPr>
            <a:r>
              <a:rPr lang="en"/>
              <a:t>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  const result = useMemo(() =&gt; compute(num), [num]);</a:t>
            </a:r>
            <a:endParaRPr/>
          </a:p>
          <a:p>
            <a:pPr indent="0" lvl="0" marL="0" rtl="0" algn="l">
              <a:spcBef>
                <a:spcPts val="0"/>
              </a:spcBef>
              <a:spcAft>
                <a:spcPts val="0"/>
              </a:spcAft>
              <a:buClr>
                <a:schemeClr val="dk1"/>
              </a:buClr>
              <a:buSzPts val="1100"/>
              <a:buFont typeface="Arial"/>
              <a:buNone/>
            </a:pPr>
            <a:r>
              <a:rPr lang="en"/>
              <a:t>  return &lt;p&gt;Result: {result}&lt;/p&gt;;</a:t>
            </a:r>
            <a:endParaRPr/>
          </a:p>
          <a:p>
            <a:pPr indent="0" lvl="0" marL="0" rtl="0" algn="l">
              <a:spcBef>
                <a:spcPts val="0"/>
              </a:spcBef>
              <a:spcAft>
                <a:spcPts val="0"/>
              </a:spcAft>
              <a:buClr>
                <a:schemeClr val="dk1"/>
              </a:buClr>
              <a:buSzPts val="1100"/>
              <a:buFont typeface="Arial"/>
              <a:buNone/>
            </a:pPr>
            <a:r>
              <a:rPr lang="en"/>
              <a: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export default function App() {</a:t>
            </a:r>
            <a:endParaRPr/>
          </a:p>
          <a:p>
            <a:pPr indent="0" lvl="0" marL="0" rtl="0" algn="l">
              <a:spcBef>
                <a:spcPts val="0"/>
              </a:spcBef>
              <a:spcAft>
                <a:spcPts val="0"/>
              </a:spcAft>
              <a:buClr>
                <a:schemeClr val="dk1"/>
              </a:buClr>
              <a:buSzPts val="1100"/>
              <a:buFont typeface="Arial"/>
              <a:buNone/>
            </a:pPr>
            <a:r>
              <a:rPr lang="en"/>
              <a:t>  const [num, setNum] = useState(5);</a:t>
            </a:r>
            <a:endParaRPr/>
          </a:p>
          <a:p>
            <a:pPr indent="0" lvl="0" marL="0" rtl="0" algn="l">
              <a:spcBef>
                <a:spcPts val="0"/>
              </a:spcBef>
              <a:spcAft>
                <a:spcPts val="0"/>
              </a:spcAft>
              <a:buClr>
                <a:schemeClr val="dk1"/>
              </a:buClr>
              <a:buSzPts val="1100"/>
              <a:buFont typeface="Arial"/>
              <a:buNone/>
            </a:pPr>
            <a:r>
              <a:rPr lang="en"/>
              <a:t>  const [theme, setTheme] = useState("light");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  return (</a:t>
            </a:r>
            <a:endParaRPr/>
          </a:p>
          <a:p>
            <a:pPr indent="0" lvl="0" marL="0" rtl="0" algn="l">
              <a:spcBef>
                <a:spcPts val="0"/>
              </a:spcBef>
              <a:spcAft>
                <a:spcPts val="0"/>
              </a:spcAft>
              <a:buClr>
                <a:schemeClr val="dk1"/>
              </a:buClr>
              <a:buSzPts val="1100"/>
              <a:buFont typeface="Arial"/>
              <a:buNone/>
            </a:pPr>
            <a:r>
              <a:rPr lang="en"/>
              <a:t>    &lt;div&gt;</a:t>
            </a:r>
            <a:endParaRPr/>
          </a:p>
          <a:p>
            <a:pPr indent="0" lvl="0" marL="0" rtl="0" algn="l">
              <a:spcBef>
                <a:spcPts val="0"/>
              </a:spcBef>
              <a:spcAft>
                <a:spcPts val="0"/>
              </a:spcAft>
              <a:buClr>
                <a:schemeClr val="dk1"/>
              </a:buClr>
              <a:buSzPts val="1100"/>
              <a:buFont typeface="Arial"/>
              <a:buNone/>
            </a:pPr>
            <a:r>
              <a:rPr lang="en"/>
              <a:t>      &lt;ExpensiveCalculation num={num} /&gt;</a:t>
            </a:r>
            <a:endParaRPr/>
          </a:p>
          <a:p>
            <a:pPr indent="0" lvl="0" marL="0" rtl="0" algn="l">
              <a:spcBef>
                <a:spcPts val="0"/>
              </a:spcBef>
              <a:spcAft>
                <a:spcPts val="0"/>
              </a:spcAft>
              <a:buClr>
                <a:schemeClr val="dk1"/>
              </a:buClr>
              <a:buSzPts val="1100"/>
              <a:buFont typeface="Arial"/>
              <a:buNone/>
            </a:pPr>
            <a:r>
              <a:rPr lang="en"/>
              <a:t>      &lt;button onClick={() =&gt; setTheme(theme === "light" ? "dark" : "light")}&gt;</a:t>
            </a:r>
            <a:endParaRPr/>
          </a:p>
          <a:p>
            <a:pPr indent="0" lvl="0" marL="0" rtl="0" algn="l">
              <a:spcBef>
                <a:spcPts val="0"/>
              </a:spcBef>
              <a:spcAft>
                <a:spcPts val="0"/>
              </a:spcAft>
              <a:buClr>
                <a:schemeClr val="dk1"/>
              </a:buClr>
              <a:buSzPts val="1100"/>
              <a:buFont typeface="Arial"/>
              <a:buNone/>
            </a:pPr>
            <a:r>
              <a:rPr lang="en"/>
              <a:t>        Toggle Theme</a:t>
            </a:r>
            <a:endParaRPr/>
          </a:p>
          <a:p>
            <a:pPr indent="0" lvl="0" marL="0" rtl="0" algn="l">
              <a:spcBef>
                <a:spcPts val="0"/>
              </a:spcBef>
              <a:spcAft>
                <a:spcPts val="0"/>
              </a:spcAft>
              <a:buClr>
                <a:schemeClr val="dk1"/>
              </a:buClr>
              <a:buSzPts val="1100"/>
              <a:buFont typeface="Arial"/>
              <a:buNone/>
            </a:pPr>
            <a:r>
              <a:rPr lang="en"/>
              <a:t>      &lt;/button&gt;</a:t>
            </a:r>
            <a:endParaRPr/>
          </a:p>
          <a:p>
            <a:pPr indent="0" lvl="0" marL="0" rtl="0" algn="l">
              <a:spcBef>
                <a:spcPts val="0"/>
              </a:spcBef>
              <a:spcAft>
                <a:spcPts val="0"/>
              </a:spcAft>
              <a:buClr>
                <a:schemeClr val="dk1"/>
              </a:buClr>
              <a:buSzPts val="1100"/>
              <a:buFont typeface="Arial"/>
              <a:buNone/>
            </a:pPr>
            <a:r>
              <a:rPr lang="en"/>
              <a:t>    &lt;/div&gt;</a:t>
            </a:r>
            <a:endParaRPr/>
          </a:p>
          <a:p>
            <a:pPr indent="0" lvl="0" marL="0" rtl="0" algn="l">
              <a:spcBef>
                <a:spcPts val="0"/>
              </a:spcBef>
              <a:spcAft>
                <a:spcPts val="0"/>
              </a:spcAft>
              <a:buClr>
                <a:schemeClr val="dk1"/>
              </a:buClr>
              <a:buSzPts val="1100"/>
              <a:buFont typeface="Arial"/>
              <a:buNone/>
            </a:pPr>
            <a:r>
              <a:rPr lang="en"/>
              <a:t>  );</a:t>
            </a:r>
            <a:endParaRPr/>
          </a:p>
          <a:p>
            <a:pPr indent="0" lvl="0" marL="0" rtl="0" algn="l">
              <a:spcBef>
                <a:spcPts val="0"/>
              </a:spcBef>
              <a:spcAft>
                <a:spcPts val="0"/>
              </a:spcAft>
              <a:buClr>
                <a:schemeClr val="dk1"/>
              </a:buClr>
              <a:buSzPts val="1100"/>
              <a:buFont typeface="Arial"/>
              <a:buNone/>
            </a:pPr>
            <a:r>
              <a:rPr lang="en"/>
              <a: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t>import React, { useState, useMemo } from "react";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const users = [</a:t>
            </a:r>
            <a:endParaRPr/>
          </a:p>
          <a:p>
            <a:pPr indent="0" lvl="0" marL="0" rtl="0" algn="l">
              <a:spcBef>
                <a:spcPts val="0"/>
              </a:spcBef>
              <a:spcAft>
                <a:spcPts val="0"/>
              </a:spcAft>
              <a:buClr>
                <a:schemeClr val="dk1"/>
              </a:buClr>
              <a:buSzPts val="1100"/>
              <a:buFont typeface="Arial"/>
              <a:buNone/>
            </a:pPr>
            <a:r>
              <a:rPr lang="en"/>
              <a:t>  { name: "Alice", role: "admin" },</a:t>
            </a:r>
            <a:endParaRPr/>
          </a:p>
          <a:p>
            <a:pPr indent="0" lvl="0" marL="0" rtl="0" algn="l">
              <a:spcBef>
                <a:spcPts val="0"/>
              </a:spcBef>
              <a:spcAft>
                <a:spcPts val="0"/>
              </a:spcAft>
              <a:buClr>
                <a:schemeClr val="dk1"/>
              </a:buClr>
              <a:buSzPts val="1100"/>
              <a:buFont typeface="Arial"/>
              <a:buNone/>
            </a:pPr>
            <a:r>
              <a:rPr lang="en"/>
              <a:t>  { name: "Bob", role: "user" },</a:t>
            </a:r>
            <a:endParaRPr/>
          </a:p>
          <a:p>
            <a:pPr indent="0" lvl="0" marL="0" rtl="0" algn="l">
              <a:spcBef>
                <a:spcPts val="0"/>
              </a:spcBef>
              <a:spcAft>
                <a:spcPts val="0"/>
              </a:spcAft>
              <a:buClr>
                <a:schemeClr val="dk1"/>
              </a:buClr>
              <a:buSzPts val="1100"/>
              <a:buFont typeface="Arial"/>
              <a:buNone/>
            </a:pPr>
            <a:r>
              <a:rPr lang="en"/>
              <a:t>  { name: "Charlie", role: "admin" },</a:t>
            </a:r>
            <a:endParaRPr/>
          </a:p>
          <a:p>
            <a:pPr indent="0" lvl="0" marL="0" rtl="0" algn="l">
              <a:spcBef>
                <a:spcPts val="0"/>
              </a:spcBef>
              <a:spcAft>
                <a:spcPts val="0"/>
              </a:spcAft>
              <a:buClr>
                <a:schemeClr val="dk1"/>
              </a:buClr>
              <a:buSzPts val="1100"/>
              <a:buFont typeface="Arial"/>
              <a:buNone/>
            </a:pPr>
            <a:r>
              <a:rPr lang="en"/>
              <a: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export default function UserList() {</a:t>
            </a:r>
            <a:endParaRPr/>
          </a:p>
          <a:p>
            <a:pPr indent="0" lvl="0" marL="0" rtl="0" algn="l">
              <a:spcBef>
                <a:spcPts val="0"/>
              </a:spcBef>
              <a:spcAft>
                <a:spcPts val="0"/>
              </a:spcAft>
              <a:buClr>
                <a:schemeClr val="dk1"/>
              </a:buClr>
              <a:buSzPts val="1100"/>
              <a:buFont typeface="Arial"/>
              <a:buNone/>
            </a:pPr>
            <a:r>
              <a:rPr lang="en"/>
              <a:t>  const [filter, setFilter] = useState("all");</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  const filteredUsers = useMemo(() =&gt; {</a:t>
            </a:r>
            <a:endParaRPr/>
          </a:p>
          <a:p>
            <a:pPr indent="0" lvl="0" marL="0" rtl="0" algn="l">
              <a:spcBef>
                <a:spcPts val="0"/>
              </a:spcBef>
              <a:spcAft>
                <a:spcPts val="0"/>
              </a:spcAft>
              <a:buClr>
                <a:schemeClr val="dk1"/>
              </a:buClr>
              <a:buSzPts val="1100"/>
              <a:buFont typeface="Arial"/>
              <a:buNone/>
            </a:pPr>
            <a:r>
              <a:rPr lang="en"/>
              <a:t>    console.log("Filtering users...");</a:t>
            </a:r>
            <a:endParaRPr/>
          </a:p>
          <a:p>
            <a:pPr indent="0" lvl="0" marL="0" rtl="0" algn="l">
              <a:spcBef>
                <a:spcPts val="0"/>
              </a:spcBef>
              <a:spcAft>
                <a:spcPts val="0"/>
              </a:spcAft>
              <a:buClr>
                <a:schemeClr val="dk1"/>
              </a:buClr>
              <a:buSzPts val="1100"/>
              <a:buFont typeface="Arial"/>
              <a:buNone/>
            </a:pPr>
            <a:r>
              <a:rPr lang="en"/>
              <a:t>    return filter === "all"</a:t>
            </a:r>
            <a:endParaRPr/>
          </a:p>
          <a:p>
            <a:pPr indent="0" lvl="0" marL="0" rtl="0" algn="l">
              <a:spcBef>
                <a:spcPts val="0"/>
              </a:spcBef>
              <a:spcAft>
                <a:spcPts val="0"/>
              </a:spcAft>
              <a:buClr>
                <a:schemeClr val="dk1"/>
              </a:buClr>
              <a:buSzPts val="1100"/>
              <a:buFont typeface="Arial"/>
              <a:buNone/>
            </a:pPr>
            <a:r>
              <a:rPr lang="en"/>
              <a:t>      ? users</a:t>
            </a:r>
            <a:endParaRPr/>
          </a:p>
          <a:p>
            <a:pPr indent="0" lvl="0" marL="0" rtl="0" algn="l">
              <a:spcBef>
                <a:spcPts val="0"/>
              </a:spcBef>
              <a:spcAft>
                <a:spcPts val="0"/>
              </a:spcAft>
              <a:buClr>
                <a:schemeClr val="dk1"/>
              </a:buClr>
              <a:buSzPts val="1100"/>
              <a:buFont typeface="Arial"/>
              <a:buNone/>
            </a:pPr>
            <a:r>
              <a:rPr lang="en"/>
              <a:t>      : users.filter((user) =&gt; user.role === filter);</a:t>
            </a:r>
            <a:endParaRPr/>
          </a:p>
          <a:p>
            <a:pPr indent="0" lvl="0" marL="0" rtl="0" algn="l">
              <a:spcBef>
                <a:spcPts val="0"/>
              </a:spcBef>
              <a:spcAft>
                <a:spcPts val="0"/>
              </a:spcAft>
              <a:buClr>
                <a:schemeClr val="dk1"/>
              </a:buClr>
              <a:buSzPts val="1100"/>
              <a:buFont typeface="Arial"/>
              <a:buNone/>
            </a:pPr>
            <a:r>
              <a:rPr lang="en"/>
              <a:t>  }, [filter]);</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  return (</a:t>
            </a:r>
            <a:endParaRPr/>
          </a:p>
          <a:p>
            <a:pPr indent="0" lvl="0" marL="0" rtl="0" algn="l">
              <a:spcBef>
                <a:spcPts val="0"/>
              </a:spcBef>
              <a:spcAft>
                <a:spcPts val="0"/>
              </a:spcAft>
              <a:buClr>
                <a:schemeClr val="dk1"/>
              </a:buClr>
              <a:buSzPts val="1100"/>
              <a:buFont typeface="Arial"/>
              <a:buNone/>
            </a:pPr>
            <a:r>
              <a:rPr lang="en"/>
              <a:t>    &lt;div&gt;</a:t>
            </a:r>
            <a:endParaRPr/>
          </a:p>
          <a:p>
            <a:pPr indent="0" lvl="0" marL="0" rtl="0" algn="l">
              <a:spcBef>
                <a:spcPts val="0"/>
              </a:spcBef>
              <a:spcAft>
                <a:spcPts val="0"/>
              </a:spcAft>
              <a:buClr>
                <a:schemeClr val="dk1"/>
              </a:buClr>
              <a:buSzPts val="1100"/>
              <a:buFont typeface="Arial"/>
              <a:buNone/>
            </a:pPr>
            <a:r>
              <a:rPr lang="en"/>
              <a:t>      &lt;select onChange={(e) =&gt; setFilter(e.target.value)}&gt;</a:t>
            </a:r>
            <a:endParaRPr/>
          </a:p>
          <a:p>
            <a:pPr indent="0" lvl="0" marL="0" rtl="0" algn="l">
              <a:spcBef>
                <a:spcPts val="0"/>
              </a:spcBef>
              <a:spcAft>
                <a:spcPts val="0"/>
              </a:spcAft>
              <a:buClr>
                <a:schemeClr val="dk1"/>
              </a:buClr>
              <a:buSzPts val="1100"/>
              <a:buFont typeface="Arial"/>
              <a:buNone/>
            </a:pPr>
            <a:r>
              <a:rPr lang="en"/>
              <a:t>        &lt;option value="all"&gt;All&lt;/option&gt;</a:t>
            </a:r>
            <a:endParaRPr/>
          </a:p>
          <a:p>
            <a:pPr indent="0" lvl="0" marL="0" rtl="0" algn="l">
              <a:spcBef>
                <a:spcPts val="0"/>
              </a:spcBef>
              <a:spcAft>
                <a:spcPts val="0"/>
              </a:spcAft>
              <a:buClr>
                <a:schemeClr val="dk1"/>
              </a:buClr>
              <a:buSzPts val="1100"/>
              <a:buFont typeface="Arial"/>
              <a:buNone/>
            </a:pPr>
            <a:r>
              <a:rPr lang="en"/>
              <a:t>        &lt;option value="admin"&gt;Admins&lt;/option&gt;</a:t>
            </a:r>
            <a:endParaRPr/>
          </a:p>
          <a:p>
            <a:pPr indent="0" lvl="0" marL="0" rtl="0" algn="l">
              <a:spcBef>
                <a:spcPts val="0"/>
              </a:spcBef>
              <a:spcAft>
                <a:spcPts val="0"/>
              </a:spcAft>
              <a:buClr>
                <a:schemeClr val="dk1"/>
              </a:buClr>
              <a:buSzPts val="1100"/>
              <a:buFont typeface="Arial"/>
              <a:buNone/>
            </a:pPr>
            <a:r>
              <a:rPr lang="en"/>
              <a:t>        &lt;option value="user"&gt;Users&lt;/option&gt;</a:t>
            </a:r>
            <a:endParaRPr/>
          </a:p>
          <a:p>
            <a:pPr indent="0" lvl="0" marL="0" rtl="0" algn="l">
              <a:spcBef>
                <a:spcPts val="0"/>
              </a:spcBef>
              <a:spcAft>
                <a:spcPts val="0"/>
              </a:spcAft>
              <a:buClr>
                <a:schemeClr val="dk1"/>
              </a:buClr>
              <a:buSzPts val="1100"/>
              <a:buFont typeface="Arial"/>
              <a:buNone/>
            </a:pPr>
            <a:r>
              <a:rPr lang="en"/>
              <a:t>      &lt;/select&gt;</a:t>
            </a:r>
            <a:endParaRPr/>
          </a:p>
          <a:p>
            <a:pPr indent="0" lvl="0" marL="0" rtl="0" algn="l">
              <a:spcBef>
                <a:spcPts val="0"/>
              </a:spcBef>
              <a:spcAft>
                <a:spcPts val="0"/>
              </a:spcAft>
              <a:buClr>
                <a:schemeClr val="dk1"/>
              </a:buClr>
              <a:buSzPts val="1100"/>
              <a:buFont typeface="Arial"/>
              <a:buNone/>
            </a:pPr>
            <a:r>
              <a:rPr lang="en"/>
              <a:t>      &lt;ul&gt;</a:t>
            </a:r>
            <a:endParaRPr/>
          </a:p>
          <a:p>
            <a:pPr indent="0" lvl="0" marL="0" rtl="0" algn="l">
              <a:spcBef>
                <a:spcPts val="0"/>
              </a:spcBef>
              <a:spcAft>
                <a:spcPts val="0"/>
              </a:spcAft>
              <a:buClr>
                <a:schemeClr val="dk1"/>
              </a:buClr>
              <a:buSzPts val="1100"/>
              <a:buFont typeface="Arial"/>
              <a:buNone/>
            </a:pPr>
            <a:r>
              <a:rPr lang="en"/>
              <a:t>        {filteredUsers.map((u) =&gt; (</a:t>
            </a:r>
            <a:endParaRPr/>
          </a:p>
          <a:p>
            <a:pPr indent="0" lvl="0" marL="0" rtl="0" algn="l">
              <a:spcBef>
                <a:spcPts val="0"/>
              </a:spcBef>
              <a:spcAft>
                <a:spcPts val="0"/>
              </a:spcAft>
              <a:buClr>
                <a:schemeClr val="dk1"/>
              </a:buClr>
              <a:buSzPts val="1100"/>
              <a:buFont typeface="Arial"/>
              <a:buNone/>
            </a:pPr>
            <a:r>
              <a:rPr lang="en"/>
              <a:t>          &lt;li key={u.name}&gt;{u.name}&lt;/li&gt;</a:t>
            </a:r>
            <a:endParaRPr/>
          </a:p>
          <a:p>
            <a:pPr indent="0" lvl="0" marL="0" rtl="0" algn="l">
              <a:spcBef>
                <a:spcPts val="0"/>
              </a:spcBef>
              <a:spcAft>
                <a:spcPts val="0"/>
              </a:spcAft>
              <a:buClr>
                <a:schemeClr val="dk1"/>
              </a:buClr>
              <a:buSzPts val="1100"/>
              <a:buFont typeface="Arial"/>
              <a:buNone/>
            </a:pPr>
            <a:r>
              <a:rPr lang="en"/>
              <a:t>        ))}</a:t>
            </a:r>
            <a:endParaRPr/>
          </a:p>
          <a:p>
            <a:pPr indent="0" lvl="0" marL="0" rtl="0" algn="l">
              <a:spcBef>
                <a:spcPts val="0"/>
              </a:spcBef>
              <a:spcAft>
                <a:spcPts val="0"/>
              </a:spcAft>
              <a:buClr>
                <a:schemeClr val="dk1"/>
              </a:buClr>
              <a:buSzPts val="1100"/>
              <a:buFont typeface="Arial"/>
              <a:buNone/>
            </a:pPr>
            <a:r>
              <a:rPr lang="en"/>
              <a:t>      &lt;/ul&gt;</a:t>
            </a:r>
            <a:endParaRPr/>
          </a:p>
          <a:p>
            <a:pPr indent="0" lvl="0" marL="0" rtl="0" algn="l">
              <a:spcBef>
                <a:spcPts val="0"/>
              </a:spcBef>
              <a:spcAft>
                <a:spcPts val="0"/>
              </a:spcAft>
              <a:buClr>
                <a:schemeClr val="dk1"/>
              </a:buClr>
              <a:buSzPts val="1100"/>
              <a:buFont typeface="Arial"/>
              <a:buNone/>
            </a:pPr>
            <a:r>
              <a:rPr lang="en"/>
              <a:t>    &lt;/div&gt;</a:t>
            </a:r>
            <a:endParaRPr/>
          </a:p>
          <a:p>
            <a:pPr indent="0" lvl="0" marL="0" rtl="0" algn="l">
              <a:spcBef>
                <a:spcPts val="0"/>
              </a:spcBef>
              <a:spcAft>
                <a:spcPts val="0"/>
              </a:spcAft>
              <a:buClr>
                <a:schemeClr val="dk1"/>
              </a:buClr>
              <a:buSzPts val="1100"/>
              <a:buFont typeface="Arial"/>
              <a:buNone/>
            </a:pPr>
            <a:r>
              <a:rPr lang="en"/>
              <a:t>  );</a:t>
            </a:r>
            <a:endParaRPr/>
          </a:p>
          <a:p>
            <a:pPr indent="0" lvl="0" marL="0" rtl="0" algn="l">
              <a:spcBef>
                <a:spcPts val="0"/>
              </a:spcBef>
              <a:spcAft>
                <a:spcPts val="0"/>
              </a:spcAft>
              <a:buClr>
                <a:schemeClr val="dk1"/>
              </a:buClr>
              <a:buSzPts val="1100"/>
              <a:buFont typeface="Arial"/>
              <a:buNone/>
            </a:pPr>
            <a:r>
              <a:rPr lang="en"/>
              <a:t>}</a:t>
            </a:r>
            <a:endParaRPr/>
          </a:p>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a1e3920472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a1e3920472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t>useCallback with useEffect</a:t>
            </a:r>
            <a:endParaRPr b="1"/>
          </a:p>
          <a:p>
            <a:pPr indent="0" lvl="0" marL="0" rtl="0" algn="l">
              <a:lnSpc>
                <a:spcPct val="115000"/>
              </a:lnSpc>
              <a:spcBef>
                <a:spcPts val="1800"/>
              </a:spcBef>
              <a:spcAft>
                <a:spcPts val="0"/>
              </a:spcAft>
              <a:buClr>
                <a:schemeClr val="dk1"/>
              </a:buClr>
              <a:buSzPts val="1100"/>
              <a:buFont typeface="Arial"/>
              <a:buNone/>
            </a:pPr>
            <a:r>
              <a:rPr b="1" lang="en" sz="1700">
                <a:solidFill>
                  <a:schemeClr val="dk1"/>
                </a:solidFill>
              </a:rPr>
              <a:t>useCallback + React.memo combo</a:t>
            </a:r>
            <a:br>
              <a:rPr b="1" lang="en">
                <a:solidFill>
                  <a:schemeClr val="dk1"/>
                </a:solidFill>
              </a:rPr>
            </a:br>
            <a:r>
              <a:rPr lang="en">
                <a:solidFill>
                  <a:schemeClr val="dk1"/>
                </a:solidFill>
              </a:rPr>
              <a:t> </a:t>
            </a:r>
            <a:r>
              <a:rPr lang="en">
                <a:solidFill>
                  <a:srgbClr val="188038"/>
                </a:solidFill>
                <a:latin typeface="Roboto Mono"/>
                <a:ea typeface="Roboto Mono"/>
                <a:cs typeface="Roboto Mono"/>
                <a:sym typeface="Roboto Mono"/>
              </a:rPr>
              <a:t>React.memo</a:t>
            </a:r>
            <a:r>
              <a:rPr lang="en">
                <a:solidFill>
                  <a:schemeClr val="dk1"/>
                </a:solidFill>
              </a:rPr>
              <a:t> stops re-renders when props don’t change.</a:t>
            </a:r>
            <a:br>
              <a:rPr lang="en">
                <a:solidFill>
                  <a:schemeClr val="dk1"/>
                </a:solidFill>
              </a:rPr>
            </a:br>
            <a:r>
              <a:rPr lang="en">
                <a:solidFill>
                  <a:schemeClr val="dk1"/>
                </a:solidFill>
              </a:rPr>
              <a:t> </a:t>
            </a:r>
            <a:r>
              <a:rPr lang="en">
                <a:solidFill>
                  <a:srgbClr val="188038"/>
                </a:solidFill>
                <a:latin typeface="Roboto Mono"/>
                <a:ea typeface="Roboto Mono"/>
                <a:cs typeface="Roboto Mono"/>
                <a:sym typeface="Roboto Mono"/>
              </a:rPr>
              <a:t>useCallback</a:t>
            </a:r>
            <a:r>
              <a:rPr lang="en">
                <a:solidFill>
                  <a:schemeClr val="dk1"/>
                </a:solidFill>
              </a:rPr>
              <a:t> ensures function props </a:t>
            </a:r>
            <a:r>
              <a:rPr b="1" lang="en">
                <a:solidFill>
                  <a:schemeClr val="dk1"/>
                </a:solidFill>
              </a:rPr>
              <a:t>don’t change</a:t>
            </a:r>
            <a:r>
              <a:rPr lang="en">
                <a:solidFill>
                  <a:schemeClr val="dk1"/>
                </a:solidFill>
              </a:rPr>
              <a:t>.</a:t>
            </a:r>
            <a:endParaRPr>
              <a:solidFill>
                <a:schemeClr val="dk1"/>
              </a:solidFill>
            </a:endParaRPr>
          </a:p>
          <a:p>
            <a:pPr indent="0" lvl="0" marL="0" rtl="0" algn="l">
              <a:spcBef>
                <a:spcPts val="40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import React, { useState, useCallback } from "react";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const Child = React.memo(({ onClick }) =&gt; {</a:t>
            </a:r>
            <a:endParaRPr/>
          </a:p>
          <a:p>
            <a:pPr indent="0" lvl="0" marL="0" rtl="0" algn="l">
              <a:spcBef>
                <a:spcPts val="0"/>
              </a:spcBef>
              <a:spcAft>
                <a:spcPts val="0"/>
              </a:spcAft>
              <a:buClr>
                <a:schemeClr val="dk1"/>
              </a:buClr>
              <a:buSzPts val="1100"/>
              <a:buFont typeface="Arial"/>
              <a:buNone/>
            </a:pPr>
            <a:r>
              <a:rPr lang="en"/>
              <a:t>  console.log("Child rendered");</a:t>
            </a:r>
            <a:endParaRPr/>
          </a:p>
          <a:p>
            <a:pPr indent="0" lvl="0" marL="0" rtl="0" algn="l">
              <a:spcBef>
                <a:spcPts val="0"/>
              </a:spcBef>
              <a:spcAft>
                <a:spcPts val="0"/>
              </a:spcAft>
              <a:buClr>
                <a:schemeClr val="dk1"/>
              </a:buClr>
              <a:buSzPts val="1100"/>
              <a:buFont typeface="Arial"/>
              <a:buNone/>
            </a:pPr>
            <a:r>
              <a:rPr lang="en"/>
              <a:t>  return &lt;button onClick={onClick}&gt;Increment&lt;/button&gt;;</a:t>
            </a:r>
            <a:endParaRPr/>
          </a:p>
          <a:p>
            <a:pPr indent="0" lvl="0" marL="0" rtl="0" algn="l">
              <a:spcBef>
                <a:spcPts val="0"/>
              </a:spcBef>
              <a:spcAft>
                <a:spcPts val="0"/>
              </a:spcAft>
              <a:buClr>
                <a:schemeClr val="dk1"/>
              </a:buClr>
              <a:buSzPts val="1100"/>
              <a:buFont typeface="Arial"/>
              <a:buNone/>
            </a:pPr>
            <a:r>
              <a:rPr lang="en"/>
              <a: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export default function Parent() {</a:t>
            </a:r>
            <a:endParaRPr/>
          </a:p>
          <a:p>
            <a:pPr indent="0" lvl="0" marL="0" rtl="0" algn="l">
              <a:spcBef>
                <a:spcPts val="0"/>
              </a:spcBef>
              <a:spcAft>
                <a:spcPts val="0"/>
              </a:spcAft>
              <a:buClr>
                <a:schemeClr val="dk1"/>
              </a:buClr>
              <a:buSzPts val="1100"/>
              <a:buFont typeface="Arial"/>
              <a:buNone/>
            </a:pPr>
            <a:r>
              <a:rPr lang="en"/>
              <a:t>  const [count, setCount] = useState(0);</a:t>
            </a:r>
            <a:endParaRPr/>
          </a:p>
          <a:p>
            <a:pPr indent="0" lvl="0" marL="0" rtl="0" algn="l">
              <a:spcBef>
                <a:spcPts val="0"/>
              </a:spcBef>
              <a:spcAft>
                <a:spcPts val="0"/>
              </a:spcAft>
              <a:buClr>
                <a:schemeClr val="dk1"/>
              </a:buClr>
              <a:buSzPts val="1100"/>
              <a:buFont typeface="Arial"/>
              <a:buNone/>
            </a:pPr>
            <a:r>
              <a:rPr lang="en"/>
              <a:t>  const [theme, setTheme] = useState("light");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  const increment = useCallback(() =&gt; setCount((c) =&gt; c + 1),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  return (</a:t>
            </a:r>
            <a:endParaRPr/>
          </a:p>
          <a:p>
            <a:pPr indent="0" lvl="0" marL="0" rtl="0" algn="l">
              <a:spcBef>
                <a:spcPts val="0"/>
              </a:spcBef>
              <a:spcAft>
                <a:spcPts val="0"/>
              </a:spcAft>
              <a:buClr>
                <a:schemeClr val="dk1"/>
              </a:buClr>
              <a:buSzPts val="1100"/>
              <a:buFont typeface="Arial"/>
              <a:buNone/>
            </a:pPr>
            <a:r>
              <a:rPr lang="en"/>
              <a:t>    &lt;div&gt;</a:t>
            </a:r>
            <a:endParaRPr/>
          </a:p>
          <a:p>
            <a:pPr indent="0" lvl="0" marL="0" rtl="0" algn="l">
              <a:spcBef>
                <a:spcPts val="0"/>
              </a:spcBef>
              <a:spcAft>
                <a:spcPts val="0"/>
              </a:spcAft>
              <a:buClr>
                <a:schemeClr val="dk1"/>
              </a:buClr>
              <a:buSzPts val="1100"/>
              <a:buFont typeface="Arial"/>
              <a:buNone/>
            </a:pPr>
            <a:r>
              <a:rPr lang="en"/>
              <a:t>      &lt;h3&gt;Count: {count}&lt;/h3&gt;</a:t>
            </a:r>
            <a:endParaRPr/>
          </a:p>
          <a:p>
            <a:pPr indent="0" lvl="0" marL="0" rtl="0" algn="l">
              <a:spcBef>
                <a:spcPts val="0"/>
              </a:spcBef>
              <a:spcAft>
                <a:spcPts val="0"/>
              </a:spcAft>
              <a:buClr>
                <a:schemeClr val="dk1"/>
              </a:buClr>
              <a:buSzPts val="1100"/>
              <a:buFont typeface="Arial"/>
              <a:buNone/>
            </a:pPr>
            <a:r>
              <a:rPr lang="en"/>
              <a:t>      &lt;Child onClick={increment} /&gt;</a:t>
            </a:r>
            <a:endParaRPr/>
          </a:p>
          <a:p>
            <a:pPr indent="0" lvl="0" marL="0" rtl="0" algn="l">
              <a:spcBef>
                <a:spcPts val="0"/>
              </a:spcBef>
              <a:spcAft>
                <a:spcPts val="0"/>
              </a:spcAft>
              <a:buClr>
                <a:schemeClr val="dk1"/>
              </a:buClr>
              <a:buSzPts val="1100"/>
              <a:buFont typeface="Arial"/>
              <a:buNone/>
            </a:pPr>
            <a:r>
              <a:rPr lang="en"/>
              <a:t>      &lt;button onClick={() =&gt; setTheme(theme === "light" ? "dark" : "light")}&gt;</a:t>
            </a:r>
            <a:endParaRPr/>
          </a:p>
          <a:p>
            <a:pPr indent="0" lvl="0" marL="0" rtl="0" algn="l">
              <a:spcBef>
                <a:spcPts val="0"/>
              </a:spcBef>
              <a:spcAft>
                <a:spcPts val="0"/>
              </a:spcAft>
              <a:buClr>
                <a:schemeClr val="dk1"/>
              </a:buClr>
              <a:buSzPts val="1100"/>
              <a:buFont typeface="Arial"/>
              <a:buNone/>
            </a:pPr>
            <a:r>
              <a:rPr lang="en"/>
              <a:t>        Toggle Theme</a:t>
            </a:r>
            <a:endParaRPr/>
          </a:p>
          <a:p>
            <a:pPr indent="0" lvl="0" marL="0" rtl="0" algn="l">
              <a:spcBef>
                <a:spcPts val="0"/>
              </a:spcBef>
              <a:spcAft>
                <a:spcPts val="0"/>
              </a:spcAft>
              <a:buClr>
                <a:schemeClr val="dk1"/>
              </a:buClr>
              <a:buSzPts val="1100"/>
              <a:buFont typeface="Arial"/>
              <a:buNone/>
            </a:pPr>
            <a:r>
              <a:rPr lang="en"/>
              <a:t>      &lt;/button&gt;</a:t>
            </a:r>
            <a:endParaRPr/>
          </a:p>
          <a:p>
            <a:pPr indent="0" lvl="0" marL="0" rtl="0" algn="l">
              <a:spcBef>
                <a:spcPts val="0"/>
              </a:spcBef>
              <a:spcAft>
                <a:spcPts val="0"/>
              </a:spcAft>
              <a:buClr>
                <a:schemeClr val="dk1"/>
              </a:buClr>
              <a:buSzPts val="1100"/>
              <a:buFont typeface="Arial"/>
              <a:buNone/>
            </a:pPr>
            <a:r>
              <a:rPr lang="en"/>
              <a:t>    &lt;/div&gt;</a:t>
            </a:r>
            <a:endParaRPr/>
          </a:p>
          <a:p>
            <a:pPr indent="0" lvl="0" marL="0" rtl="0" algn="l">
              <a:spcBef>
                <a:spcPts val="0"/>
              </a:spcBef>
              <a:spcAft>
                <a:spcPts val="0"/>
              </a:spcAft>
              <a:buClr>
                <a:schemeClr val="dk1"/>
              </a:buClr>
              <a:buSzPts val="1100"/>
              <a:buFont typeface="Arial"/>
              <a:buNone/>
            </a:pPr>
            <a:r>
              <a:rPr lang="en"/>
              <a:t>  );</a:t>
            </a:r>
            <a:endParaRPr/>
          </a:p>
          <a:p>
            <a:pPr indent="0" lvl="0" marL="0" rtl="0" algn="l">
              <a:spcBef>
                <a:spcPts val="0"/>
              </a:spcBef>
              <a:spcAft>
                <a:spcPts val="0"/>
              </a:spcAft>
              <a:buClr>
                <a:schemeClr val="dk1"/>
              </a:buClr>
              <a:buSzPts val="1100"/>
              <a:buFont typeface="Arial"/>
              <a:buNone/>
            </a:pPr>
            <a:r>
              <a:rPr lang="en"/>
              <a: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t>import React, { useState, useCallback } from "react";</a:t>
            </a:r>
            <a:endParaRPr/>
          </a:p>
          <a:p>
            <a:pPr indent="0" lvl="0" marL="0" rtl="0" algn="l">
              <a:spcBef>
                <a:spcPts val="0"/>
              </a:spcBef>
              <a:spcAft>
                <a:spcPts val="0"/>
              </a:spcAft>
              <a:buClr>
                <a:schemeClr val="dk1"/>
              </a:buClr>
              <a:buSzPts val="1100"/>
              <a:buFont typeface="Arial"/>
              <a:buNone/>
            </a:pPr>
            <a:r>
              <a:rPr lang="en"/>
              <a:t>import { useFetch } from "./useFetch"; // from earlier section</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const SearchBar = React.memo(({ onSearch }) =&gt; {</a:t>
            </a:r>
            <a:endParaRPr/>
          </a:p>
          <a:p>
            <a:pPr indent="0" lvl="0" marL="0" rtl="0" algn="l">
              <a:spcBef>
                <a:spcPts val="0"/>
              </a:spcBef>
              <a:spcAft>
                <a:spcPts val="0"/>
              </a:spcAft>
              <a:buClr>
                <a:schemeClr val="dk1"/>
              </a:buClr>
              <a:buSzPts val="1100"/>
              <a:buFont typeface="Arial"/>
              <a:buNone/>
            </a:pPr>
            <a:r>
              <a:rPr lang="en"/>
              <a:t>  console.log("SearchBar rendered");</a:t>
            </a:r>
            <a:endParaRPr/>
          </a:p>
          <a:p>
            <a:pPr indent="0" lvl="0" marL="0" rtl="0" algn="l">
              <a:spcBef>
                <a:spcPts val="0"/>
              </a:spcBef>
              <a:spcAft>
                <a:spcPts val="0"/>
              </a:spcAft>
              <a:buClr>
                <a:schemeClr val="dk1"/>
              </a:buClr>
              <a:buSzPts val="1100"/>
              <a:buFont typeface="Arial"/>
              <a:buNone/>
            </a:pPr>
            <a:r>
              <a:rPr lang="en"/>
              <a:t>  return (</a:t>
            </a:r>
            <a:endParaRPr/>
          </a:p>
          <a:p>
            <a:pPr indent="0" lvl="0" marL="0" rtl="0" algn="l">
              <a:spcBef>
                <a:spcPts val="0"/>
              </a:spcBef>
              <a:spcAft>
                <a:spcPts val="0"/>
              </a:spcAft>
              <a:buClr>
                <a:schemeClr val="dk1"/>
              </a:buClr>
              <a:buSzPts val="1100"/>
              <a:buFont typeface="Arial"/>
              <a:buNone/>
            </a:pPr>
            <a:r>
              <a:rPr lang="en"/>
              <a:t>    &lt;input</a:t>
            </a:r>
            <a:endParaRPr/>
          </a:p>
          <a:p>
            <a:pPr indent="0" lvl="0" marL="0" rtl="0" algn="l">
              <a:spcBef>
                <a:spcPts val="0"/>
              </a:spcBef>
              <a:spcAft>
                <a:spcPts val="0"/>
              </a:spcAft>
              <a:buClr>
                <a:schemeClr val="dk1"/>
              </a:buClr>
              <a:buSzPts val="1100"/>
              <a:buFont typeface="Arial"/>
              <a:buNone/>
            </a:pPr>
            <a:r>
              <a:rPr lang="en"/>
              <a:t>      placeholder="Search users..."</a:t>
            </a:r>
            <a:endParaRPr/>
          </a:p>
          <a:p>
            <a:pPr indent="0" lvl="0" marL="0" rtl="0" algn="l">
              <a:spcBef>
                <a:spcPts val="0"/>
              </a:spcBef>
              <a:spcAft>
                <a:spcPts val="0"/>
              </a:spcAft>
              <a:buClr>
                <a:schemeClr val="dk1"/>
              </a:buClr>
              <a:buSzPts val="1100"/>
              <a:buFont typeface="Arial"/>
              <a:buNone/>
            </a:pPr>
            <a:r>
              <a:rPr lang="en"/>
              <a:t>      onChange={(e) =&gt; onSearch(e.target.value)}</a:t>
            </a:r>
            <a:endParaRPr/>
          </a:p>
          <a:p>
            <a:pPr indent="0" lvl="0" marL="0" rtl="0" algn="l">
              <a:spcBef>
                <a:spcPts val="0"/>
              </a:spcBef>
              <a:spcAft>
                <a:spcPts val="0"/>
              </a:spcAft>
              <a:buClr>
                <a:schemeClr val="dk1"/>
              </a:buClr>
              <a:buSzPts val="1100"/>
              <a:buFont typeface="Arial"/>
              <a:buNone/>
            </a:pPr>
            <a:r>
              <a:rPr lang="en"/>
              <a:t>    /&gt;</a:t>
            </a:r>
            <a:endParaRPr/>
          </a:p>
          <a:p>
            <a:pPr indent="0" lvl="0" marL="0" rtl="0" algn="l">
              <a:spcBef>
                <a:spcPts val="0"/>
              </a:spcBef>
              <a:spcAft>
                <a:spcPts val="0"/>
              </a:spcAft>
              <a:buClr>
                <a:schemeClr val="dk1"/>
              </a:buClr>
              <a:buSzPts val="1100"/>
              <a:buFont typeface="Arial"/>
              <a:buNone/>
            </a:pPr>
            <a:r>
              <a:rPr lang="en"/>
              <a:t>  );</a:t>
            </a:r>
            <a:endParaRPr/>
          </a:p>
          <a:p>
            <a:pPr indent="0" lvl="0" marL="0" rtl="0" algn="l">
              <a:spcBef>
                <a:spcPts val="0"/>
              </a:spcBef>
              <a:spcAft>
                <a:spcPts val="0"/>
              </a:spcAft>
              <a:buClr>
                <a:schemeClr val="dk1"/>
              </a:buClr>
              <a:buSzPts val="1100"/>
              <a:buFont typeface="Arial"/>
              <a:buNone/>
            </a:pPr>
            <a:r>
              <a:rPr lang="en"/>
              <a: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export default function UserSearch() {</a:t>
            </a:r>
            <a:endParaRPr/>
          </a:p>
          <a:p>
            <a:pPr indent="0" lvl="0" marL="0" rtl="0" algn="l">
              <a:spcBef>
                <a:spcPts val="0"/>
              </a:spcBef>
              <a:spcAft>
                <a:spcPts val="0"/>
              </a:spcAft>
              <a:buClr>
                <a:schemeClr val="dk1"/>
              </a:buClr>
              <a:buSzPts val="1100"/>
              <a:buFont typeface="Arial"/>
              <a:buNone/>
            </a:pPr>
            <a:r>
              <a:rPr lang="en"/>
              <a:t>  const [query, setQuery] = useState("");</a:t>
            </a:r>
            <a:endParaRPr/>
          </a:p>
          <a:p>
            <a:pPr indent="0" lvl="0" marL="0" rtl="0" algn="l">
              <a:spcBef>
                <a:spcPts val="0"/>
              </a:spcBef>
              <a:spcAft>
                <a:spcPts val="0"/>
              </a:spcAft>
              <a:buClr>
                <a:schemeClr val="dk1"/>
              </a:buClr>
              <a:buSzPts val="1100"/>
              <a:buFont typeface="Arial"/>
              <a:buNone/>
            </a:pPr>
            <a:r>
              <a:rPr lang="en"/>
              <a:t>  const { data, loading } = useFetch(</a:t>
            </a:r>
            <a:endParaRPr/>
          </a:p>
          <a:p>
            <a:pPr indent="0" lvl="0" marL="0" rtl="0" algn="l">
              <a:spcBef>
                <a:spcPts val="0"/>
              </a:spcBef>
              <a:spcAft>
                <a:spcPts val="0"/>
              </a:spcAft>
              <a:buClr>
                <a:schemeClr val="dk1"/>
              </a:buClr>
              <a:buSzPts val="1100"/>
              <a:buFont typeface="Arial"/>
              <a:buNone/>
            </a:pPr>
            <a:r>
              <a:rPr lang="en"/>
              <a:t>    `https://jsonplaceholder.typicode.com/users?name_like=${query}`</a:t>
            </a:r>
            <a:endParaRPr/>
          </a:p>
          <a:p>
            <a:pPr indent="0" lvl="0" marL="0" rtl="0" algn="l">
              <a:spcBef>
                <a:spcPts val="0"/>
              </a:spcBef>
              <a:spcAft>
                <a:spcPts val="0"/>
              </a:spcAft>
              <a:buClr>
                <a:schemeClr val="dk1"/>
              </a:buClr>
              <a:buSzPts val="1100"/>
              <a:buFont typeface="Arial"/>
              <a:buNone/>
            </a:pPr>
            <a:r>
              <a:rPr lang="en"/>
              <a:t>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  const handleSearch = useCallback((value) =&gt; setQuery(value),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  return (</a:t>
            </a:r>
            <a:endParaRPr/>
          </a:p>
          <a:p>
            <a:pPr indent="0" lvl="0" marL="0" rtl="0" algn="l">
              <a:spcBef>
                <a:spcPts val="0"/>
              </a:spcBef>
              <a:spcAft>
                <a:spcPts val="0"/>
              </a:spcAft>
              <a:buClr>
                <a:schemeClr val="dk1"/>
              </a:buClr>
              <a:buSzPts val="1100"/>
              <a:buFont typeface="Arial"/>
              <a:buNone/>
            </a:pPr>
            <a:r>
              <a:rPr lang="en"/>
              <a:t>    &lt;div&gt;</a:t>
            </a:r>
            <a:endParaRPr/>
          </a:p>
          <a:p>
            <a:pPr indent="0" lvl="0" marL="0" rtl="0" algn="l">
              <a:spcBef>
                <a:spcPts val="0"/>
              </a:spcBef>
              <a:spcAft>
                <a:spcPts val="0"/>
              </a:spcAft>
              <a:buClr>
                <a:schemeClr val="dk1"/>
              </a:buClr>
              <a:buSzPts val="1100"/>
              <a:buFont typeface="Arial"/>
              <a:buNone/>
            </a:pPr>
            <a:r>
              <a:rPr lang="en"/>
              <a:t>      &lt;SearchBar onSearch={handleSearch} /&gt;</a:t>
            </a:r>
            <a:endParaRPr/>
          </a:p>
          <a:p>
            <a:pPr indent="0" lvl="0" marL="0" rtl="0" algn="l">
              <a:spcBef>
                <a:spcPts val="0"/>
              </a:spcBef>
              <a:spcAft>
                <a:spcPts val="0"/>
              </a:spcAft>
              <a:buClr>
                <a:schemeClr val="dk1"/>
              </a:buClr>
              <a:buSzPts val="1100"/>
              <a:buFont typeface="Arial"/>
              <a:buNone/>
            </a:pPr>
            <a:r>
              <a:rPr lang="en"/>
              <a:t>      {loading ? &lt;p&gt;Loading...&lt;/p&gt; : &lt;pre&gt;{JSON.stringify(data, null, 2)}&lt;/pre&gt;}</a:t>
            </a:r>
            <a:endParaRPr/>
          </a:p>
          <a:p>
            <a:pPr indent="0" lvl="0" marL="0" rtl="0" algn="l">
              <a:spcBef>
                <a:spcPts val="0"/>
              </a:spcBef>
              <a:spcAft>
                <a:spcPts val="0"/>
              </a:spcAft>
              <a:buClr>
                <a:schemeClr val="dk1"/>
              </a:buClr>
              <a:buSzPts val="1100"/>
              <a:buFont typeface="Arial"/>
              <a:buNone/>
            </a:pPr>
            <a:r>
              <a:rPr lang="en"/>
              <a:t>    &lt;/div&gt;</a:t>
            </a:r>
            <a:endParaRPr/>
          </a:p>
          <a:p>
            <a:pPr indent="0" lvl="0" marL="0" rtl="0" algn="l">
              <a:spcBef>
                <a:spcPts val="0"/>
              </a:spcBef>
              <a:spcAft>
                <a:spcPts val="0"/>
              </a:spcAft>
              <a:buClr>
                <a:schemeClr val="dk1"/>
              </a:buClr>
              <a:buSzPts val="1100"/>
              <a:buFont typeface="Arial"/>
              <a:buNone/>
            </a:pPr>
            <a:r>
              <a:rPr lang="en"/>
              <a:t>  );</a:t>
            </a:r>
            <a:endParaRPr/>
          </a:p>
          <a:p>
            <a:pPr indent="0" lvl="0" marL="0" rtl="0" algn="l">
              <a:spcBef>
                <a:spcPts val="0"/>
              </a:spcBef>
              <a:spcAft>
                <a:spcPts val="0"/>
              </a:spcAft>
              <a:buClr>
                <a:schemeClr val="dk1"/>
              </a:buClr>
              <a:buSzPts val="1100"/>
              <a:buFont typeface="Arial"/>
              <a:buNone/>
            </a:pPr>
            <a:r>
              <a:rPr lang="en"/>
              <a:t>}</a:t>
            </a:r>
            <a:endParaRPr/>
          </a:p>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9d4062530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7" name="Google Shape;137;g39d40625301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9d3727d527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3" name="Google Shape;143;g39d3727d527_0_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2e0d1e73b9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0" name="Google Shape;150;g32e0d1e73b9_0_8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2e0d1e73b9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6" name="Google Shape;156;g32e0d1e73b9_0_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2e0d1e73b9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3" name="Google Shape;163;g32e0d1e73b9_0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2e0d1e73b9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9" name="Google Shape;169;g32e0d1e73b9_0_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fetch("api/users")</a:t>
            </a:r>
            <a:endParaRPr/>
          </a:p>
          <a:p>
            <a:pPr indent="0" lvl="0" marL="0" rtl="0" algn="l">
              <a:spcBef>
                <a:spcPts val="0"/>
              </a:spcBef>
              <a:spcAft>
                <a:spcPts val="0"/>
              </a:spcAft>
              <a:buClr>
                <a:schemeClr val="dk1"/>
              </a:buClr>
              <a:buSzPts val="1100"/>
              <a:buFont typeface="Arial"/>
              <a:buNone/>
            </a:pPr>
            <a:r>
              <a:rPr lang="en"/>
              <a:t>  .then(res =&gt; {</a:t>
            </a:r>
            <a:endParaRPr/>
          </a:p>
          <a:p>
            <a:pPr indent="0" lvl="0" marL="0" rtl="0" algn="l">
              <a:spcBef>
                <a:spcPts val="0"/>
              </a:spcBef>
              <a:spcAft>
                <a:spcPts val="0"/>
              </a:spcAft>
              <a:buClr>
                <a:schemeClr val="dk1"/>
              </a:buClr>
              <a:buSzPts val="1100"/>
              <a:buFont typeface="Arial"/>
              <a:buNone/>
            </a:pPr>
            <a:r>
              <a:rPr lang="en"/>
              <a:t>    console.log(res.ok); // true or false</a:t>
            </a:r>
            <a:endParaRPr/>
          </a:p>
          <a:p>
            <a:pPr indent="0" lvl="0" marL="0" rtl="0" algn="l">
              <a:spcBef>
                <a:spcPts val="0"/>
              </a:spcBef>
              <a:spcAft>
                <a:spcPts val="0"/>
              </a:spcAft>
              <a:buClr>
                <a:schemeClr val="dk1"/>
              </a:buClr>
              <a:buSzPts val="1100"/>
              <a:buFont typeface="Arial"/>
              <a:buNone/>
            </a:pPr>
            <a:r>
              <a:rPr lang="en"/>
              <a:t>    console.log(res.status); // 404, 500 etc</a:t>
            </a:r>
            <a:endParaRPr/>
          </a:p>
          <a:p>
            <a:pPr indent="0" lvl="0" marL="0" rtl="0" algn="l">
              <a:spcBef>
                <a:spcPts val="0"/>
              </a:spcBef>
              <a:spcAft>
                <a:spcPts val="0"/>
              </a:spcAft>
              <a:buClr>
                <a:schemeClr val="dk1"/>
              </a:buClr>
              <a:buSzPts val="1100"/>
              <a:buFont typeface="Arial"/>
              <a:buNone/>
            </a:pPr>
            <a:r>
              <a:rPr lang="en"/>
              <a:t>  });</a:t>
            </a:r>
            <a:endParaRPr/>
          </a:p>
          <a:p>
            <a:pPr indent="0" lvl="0" marL="0" rtl="0" algn="l">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2e0d1e73b9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5" name="Google Shape;175;g32e0d1e73b9_0_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2e0d1e73b9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32e0d1e73b9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2e0d1e73b9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2e0d1e73b9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99ba576d8c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99ba576d8c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99ba576d8c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399ba576d8c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99ba576d8c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399ba576d8c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99ba576d8c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399ba576d8c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const promise = new Promise((resolve, reject) =&gt; {</a:t>
            </a:r>
            <a:endParaRPr/>
          </a:p>
          <a:p>
            <a:pPr indent="0" lvl="0" marL="0" rtl="0" algn="l">
              <a:spcBef>
                <a:spcPts val="0"/>
              </a:spcBef>
              <a:spcAft>
                <a:spcPts val="0"/>
              </a:spcAft>
              <a:buNone/>
            </a:pPr>
            <a:r>
              <a:rPr lang="en"/>
              <a:t>  const success = true;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  if (success) resolve("Done");</a:t>
            </a:r>
            <a:endParaRPr/>
          </a:p>
          <a:p>
            <a:pPr indent="0" lvl="0" marL="0" rtl="0" algn="l">
              <a:spcBef>
                <a:spcPts val="0"/>
              </a:spcBef>
              <a:spcAft>
                <a:spcPts val="0"/>
              </a:spcAft>
              <a:buNone/>
            </a:pPr>
            <a:r>
              <a:rPr lang="en"/>
              <a:t>  else reject("Error happened");</a:t>
            </a:r>
            <a:endParaRPr/>
          </a:p>
          <a:p>
            <a:pPr indent="0" lvl="0" marL="0" rtl="0" algn="l">
              <a:spcBef>
                <a:spcPts val="0"/>
              </a:spcBef>
              <a:spcAft>
                <a:spcPts val="0"/>
              </a:spcAft>
              <a:buNone/>
            </a:pPr>
            <a:r>
              <a:rPr lang="en"/>
              <a: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
              <a:t>promise</a:t>
            </a:r>
            <a:endParaRPr/>
          </a:p>
          <a:p>
            <a:pPr indent="0" lvl="0" marL="0" rtl="0" algn="l">
              <a:spcBef>
                <a:spcPts val="0"/>
              </a:spcBef>
              <a:spcAft>
                <a:spcPts val="0"/>
              </a:spcAft>
              <a:buClr>
                <a:schemeClr val="dk1"/>
              </a:buClr>
              <a:buSzPts val="1100"/>
              <a:buFont typeface="Arial"/>
              <a:buNone/>
            </a:pPr>
            <a:r>
              <a:rPr lang="en"/>
              <a:t>  .then((res) =&gt; console.log(res))</a:t>
            </a:r>
            <a:endParaRPr/>
          </a:p>
          <a:p>
            <a:pPr indent="0" lvl="0" marL="0" rtl="0" algn="l">
              <a:spcBef>
                <a:spcPts val="0"/>
              </a:spcBef>
              <a:spcAft>
                <a:spcPts val="0"/>
              </a:spcAft>
              <a:buClr>
                <a:schemeClr val="dk1"/>
              </a:buClr>
              <a:buSzPts val="1100"/>
              <a:buFont typeface="Arial"/>
              <a:buNone/>
            </a:pPr>
            <a:r>
              <a:rPr lang="en"/>
              <a:t>  .catch((err) =&gt; console.log(err))</a:t>
            </a:r>
            <a:endParaRPr/>
          </a:p>
          <a:p>
            <a:pPr indent="0" lvl="0" marL="0" rtl="0" algn="l">
              <a:spcBef>
                <a:spcPts val="0"/>
              </a:spcBef>
              <a:spcAft>
                <a:spcPts val="0"/>
              </a:spcAft>
              <a:buClr>
                <a:schemeClr val="dk1"/>
              </a:buClr>
              <a:buSzPts val="1100"/>
              <a:buFont typeface="Arial"/>
              <a:buNone/>
            </a:pPr>
            <a:r>
              <a:rPr lang="en"/>
              <a:t>  .finally(() =&gt; console.log("Always runs"));</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99ba576d8c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399ba576d8c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9d40625301_0_2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9" name="Google Shape;229;g39d40625301_0_2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9d620757cd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5" name="Google Shape;235;g39d620757cd_0_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1" name="Google Shape;241;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0.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1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17.png"/><Relationship Id="rId4" Type="http://schemas.openxmlformats.org/officeDocument/2006/relationships/image" Target="../media/image1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5.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1 1">
  <p:cSld name="CUSTOM_1_1">
    <p:spTree>
      <p:nvGrpSpPr>
        <p:cNvPr id="7" name="Shape 7"/>
        <p:cNvGrpSpPr/>
        <p:nvPr/>
      </p:nvGrpSpPr>
      <p:grpSpPr>
        <a:xfrm>
          <a:off x="0" y="0"/>
          <a:ext cx="0" cy="0"/>
          <a:chOff x="0" y="0"/>
          <a:chExt cx="0" cy="0"/>
        </a:xfrm>
      </p:grpSpPr>
      <p:pic>
        <p:nvPicPr>
          <p:cNvPr id="8" name="Google Shape;8;p2"/>
          <p:cNvPicPr preferRelativeResize="0"/>
          <p:nvPr/>
        </p:nvPicPr>
        <p:blipFill rotWithShape="1">
          <a:blip r:embed="rId2">
            <a:alphaModFix/>
          </a:blip>
          <a:srcRect b="0" l="0" r="0" t="0"/>
          <a:stretch/>
        </p:blipFill>
        <p:spPr>
          <a:xfrm>
            <a:off x="0" y="0"/>
            <a:ext cx="9144002" cy="5143500"/>
          </a:xfrm>
          <a:prstGeom prst="rect">
            <a:avLst/>
          </a:prstGeom>
          <a:noFill/>
          <a:ln>
            <a:noFill/>
          </a:ln>
        </p:spPr>
      </p:pic>
      <p:pic>
        <p:nvPicPr>
          <p:cNvPr id="9" name="Google Shape;9;p2"/>
          <p:cNvPicPr preferRelativeResize="0"/>
          <p:nvPr/>
        </p:nvPicPr>
        <p:blipFill rotWithShape="1">
          <a:blip r:embed="rId3">
            <a:alphaModFix/>
          </a:blip>
          <a:srcRect b="30492" l="0" r="0" t="0"/>
          <a:stretch/>
        </p:blipFill>
        <p:spPr>
          <a:xfrm>
            <a:off x="556524" y="977750"/>
            <a:ext cx="3825572" cy="882875"/>
          </a:xfrm>
          <a:prstGeom prst="rect">
            <a:avLst/>
          </a:prstGeom>
          <a:noFill/>
          <a:ln>
            <a:noFill/>
          </a:ln>
        </p:spPr>
      </p:pic>
      <p:cxnSp>
        <p:nvCxnSpPr>
          <p:cNvPr id="10" name="Google Shape;10;p2"/>
          <p:cNvCxnSpPr/>
          <p:nvPr/>
        </p:nvCxnSpPr>
        <p:spPr>
          <a:xfrm>
            <a:off x="556513" y="2146371"/>
            <a:ext cx="6787200" cy="0"/>
          </a:xfrm>
          <a:prstGeom prst="straightConnector1">
            <a:avLst/>
          </a:prstGeom>
          <a:noFill/>
          <a:ln cap="flat" cmpd="sng" w="9525">
            <a:solidFill>
              <a:srgbClr val="D64693"/>
            </a:solidFill>
            <a:prstDash val="solid"/>
            <a:round/>
            <a:headEnd len="sm" w="sm" type="none"/>
            <a:tailEnd len="sm" w="sm" type="none"/>
          </a:ln>
        </p:spPr>
      </p:cxnSp>
      <p:sp>
        <p:nvSpPr>
          <p:cNvPr id="11" name="Google Shape;11;p2"/>
          <p:cNvSpPr txBox="1"/>
          <p:nvPr>
            <p:ph type="ctrTitle"/>
          </p:nvPr>
        </p:nvSpPr>
        <p:spPr>
          <a:xfrm>
            <a:off x="556525" y="2491850"/>
            <a:ext cx="6787200" cy="516600"/>
          </a:xfrm>
          <a:prstGeom prst="rect">
            <a:avLst/>
          </a:prstGeom>
          <a:noFill/>
          <a:ln>
            <a:noFill/>
          </a:ln>
        </p:spPr>
        <p:txBody>
          <a:bodyPr anchorCtr="0" anchor="t" bIns="0" lIns="0" spcFirstLastPara="1" rIns="0" wrap="square" tIns="0">
            <a:noAutofit/>
          </a:bodyPr>
          <a:lstStyle>
            <a:lvl1pPr lvl="0" marR="0" rtl="0" algn="l">
              <a:lnSpc>
                <a:spcPct val="115000"/>
              </a:lnSpc>
              <a:spcBef>
                <a:spcPts val="0"/>
              </a:spcBef>
              <a:spcAft>
                <a:spcPts val="0"/>
              </a:spcAft>
              <a:buClr>
                <a:srgbClr val="000000"/>
              </a:buClr>
              <a:buSzPts val="3000"/>
              <a:buFont typeface="Tahoma"/>
              <a:buNone/>
              <a:defRPr b="1" i="0" sz="3000" u="none" cap="none" strike="noStrike">
                <a:solidFill>
                  <a:srgbClr val="000000"/>
                </a:solidFill>
                <a:latin typeface="Tahoma"/>
                <a:ea typeface="Tahoma"/>
                <a:cs typeface="Tahoma"/>
                <a:sym typeface="Tahoma"/>
              </a:defRPr>
            </a:lvl1pPr>
            <a:lvl2pPr lvl="1" marR="0" rtl="0" algn="l">
              <a:lnSpc>
                <a:spcPct val="115000"/>
              </a:lnSpc>
              <a:spcBef>
                <a:spcPts val="0"/>
              </a:spcBef>
              <a:spcAft>
                <a:spcPts val="0"/>
              </a:spcAft>
              <a:buClr>
                <a:srgbClr val="000000"/>
              </a:buClr>
              <a:buSzPts val="3000"/>
              <a:buFont typeface="Tahoma"/>
              <a:buNone/>
              <a:defRPr b="0" i="0" sz="3000" u="none" cap="none" strike="noStrike">
                <a:solidFill>
                  <a:srgbClr val="000000"/>
                </a:solidFill>
                <a:latin typeface="Tahoma"/>
                <a:ea typeface="Tahoma"/>
                <a:cs typeface="Tahoma"/>
                <a:sym typeface="Tahoma"/>
              </a:defRPr>
            </a:lvl2pPr>
            <a:lvl3pPr lvl="2" marR="0" rtl="0" algn="l">
              <a:lnSpc>
                <a:spcPct val="115000"/>
              </a:lnSpc>
              <a:spcBef>
                <a:spcPts val="0"/>
              </a:spcBef>
              <a:spcAft>
                <a:spcPts val="0"/>
              </a:spcAft>
              <a:buClr>
                <a:srgbClr val="000000"/>
              </a:buClr>
              <a:buSzPts val="3000"/>
              <a:buFont typeface="Tahoma"/>
              <a:buNone/>
              <a:defRPr b="0" i="0" sz="3000" u="none" cap="none" strike="noStrike">
                <a:solidFill>
                  <a:srgbClr val="000000"/>
                </a:solidFill>
                <a:latin typeface="Tahoma"/>
                <a:ea typeface="Tahoma"/>
                <a:cs typeface="Tahoma"/>
                <a:sym typeface="Tahoma"/>
              </a:defRPr>
            </a:lvl3pPr>
            <a:lvl4pPr lvl="3" marR="0" rtl="0" algn="l">
              <a:lnSpc>
                <a:spcPct val="115000"/>
              </a:lnSpc>
              <a:spcBef>
                <a:spcPts val="0"/>
              </a:spcBef>
              <a:spcAft>
                <a:spcPts val="0"/>
              </a:spcAft>
              <a:buClr>
                <a:srgbClr val="000000"/>
              </a:buClr>
              <a:buSzPts val="3000"/>
              <a:buFont typeface="Tahoma"/>
              <a:buNone/>
              <a:defRPr b="0" i="0" sz="3000" u="none" cap="none" strike="noStrike">
                <a:solidFill>
                  <a:srgbClr val="000000"/>
                </a:solidFill>
                <a:latin typeface="Tahoma"/>
                <a:ea typeface="Tahoma"/>
                <a:cs typeface="Tahoma"/>
                <a:sym typeface="Tahoma"/>
              </a:defRPr>
            </a:lvl4pPr>
            <a:lvl5pPr lvl="4" marR="0" rtl="0" algn="l">
              <a:lnSpc>
                <a:spcPct val="115000"/>
              </a:lnSpc>
              <a:spcBef>
                <a:spcPts val="0"/>
              </a:spcBef>
              <a:spcAft>
                <a:spcPts val="0"/>
              </a:spcAft>
              <a:buClr>
                <a:srgbClr val="000000"/>
              </a:buClr>
              <a:buSzPts val="3000"/>
              <a:buFont typeface="Tahoma"/>
              <a:buNone/>
              <a:defRPr b="0" i="0" sz="3000" u="none" cap="none" strike="noStrike">
                <a:solidFill>
                  <a:srgbClr val="000000"/>
                </a:solidFill>
                <a:latin typeface="Tahoma"/>
                <a:ea typeface="Tahoma"/>
                <a:cs typeface="Tahoma"/>
                <a:sym typeface="Tahoma"/>
              </a:defRPr>
            </a:lvl5pPr>
            <a:lvl6pPr lvl="5" marR="0" rtl="0" algn="l">
              <a:lnSpc>
                <a:spcPct val="115000"/>
              </a:lnSpc>
              <a:spcBef>
                <a:spcPts val="0"/>
              </a:spcBef>
              <a:spcAft>
                <a:spcPts val="0"/>
              </a:spcAft>
              <a:buClr>
                <a:srgbClr val="000000"/>
              </a:buClr>
              <a:buSzPts val="3000"/>
              <a:buFont typeface="Tahoma"/>
              <a:buNone/>
              <a:defRPr b="0" i="0" sz="3000" u="none" cap="none" strike="noStrike">
                <a:solidFill>
                  <a:srgbClr val="000000"/>
                </a:solidFill>
                <a:latin typeface="Tahoma"/>
                <a:ea typeface="Tahoma"/>
                <a:cs typeface="Tahoma"/>
                <a:sym typeface="Tahoma"/>
              </a:defRPr>
            </a:lvl6pPr>
            <a:lvl7pPr lvl="6" marR="0" rtl="0" algn="l">
              <a:lnSpc>
                <a:spcPct val="115000"/>
              </a:lnSpc>
              <a:spcBef>
                <a:spcPts val="0"/>
              </a:spcBef>
              <a:spcAft>
                <a:spcPts val="0"/>
              </a:spcAft>
              <a:buClr>
                <a:srgbClr val="000000"/>
              </a:buClr>
              <a:buSzPts val="3000"/>
              <a:buFont typeface="Tahoma"/>
              <a:buNone/>
              <a:defRPr b="0" i="0" sz="3000" u="none" cap="none" strike="noStrike">
                <a:solidFill>
                  <a:srgbClr val="000000"/>
                </a:solidFill>
                <a:latin typeface="Tahoma"/>
                <a:ea typeface="Tahoma"/>
                <a:cs typeface="Tahoma"/>
                <a:sym typeface="Tahoma"/>
              </a:defRPr>
            </a:lvl7pPr>
            <a:lvl8pPr lvl="7" marR="0" rtl="0" algn="l">
              <a:lnSpc>
                <a:spcPct val="115000"/>
              </a:lnSpc>
              <a:spcBef>
                <a:spcPts val="0"/>
              </a:spcBef>
              <a:spcAft>
                <a:spcPts val="0"/>
              </a:spcAft>
              <a:buClr>
                <a:srgbClr val="000000"/>
              </a:buClr>
              <a:buSzPts val="3000"/>
              <a:buFont typeface="Tahoma"/>
              <a:buNone/>
              <a:defRPr b="0" i="0" sz="3000" u="none" cap="none" strike="noStrike">
                <a:solidFill>
                  <a:srgbClr val="000000"/>
                </a:solidFill>
                <a:latin typeface="Tahoma"/>
                <a:ea typeface="Tahoma"/>
                <a:cs typeface="Tahoma"/>
                <a:sym typeface="Tahoma"/>
              </a:defRPr>
            </a:lvl8pPr>
            <a:lvl9pPr lvl="8" marR="0" rtl="0" algn="l">
              <a:lnSpc>
                <a:spcPct val="115000"/>
              </a:lnSpc>
              <a:spcBef>
                <a:spcPts val="0"/>
              </a:spcBef>
              <a:spcAft>
                <a:spcPts val="0"/>
              </a:spcAft>
              <a:buClr>
                <a:srgbClr val="000000"/>
              </a:buClr>
              <a:buSzPts val="3000"/>
              <a:buFont typeface="Tahoma"/>
              <a:buNone/>
              <a:defRPr b="0" i="0" sz="3000" u="none" cap="none" strike="noStrike">
                <a:solidFill>
                  <a:srgbClr val="000000"/>
                </a:solidFill>
                <a:latin typeface="Tahoma"/>
                <a:ea typeface="Tahoma"/>
                <a:cs typeface="Tahoma"/>
                <a:sym typeface="Tahoma"/>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slide with black logo 1 3">
  <p:cSld name="TITLE_AND_TWO_COLUMNS_1_6">
    <p:spTree>
      <p:nvGrpSpPr>
        <p:cNvPr id="12" name="Shape 12"/>
        <p:cNvGrpSpPr/>
        <p:nvPr/>
      </p:nvGrpSpPr>
      <p:grpSpPr>
        <a:xfrm>
          <a:off x="0" y="0"/>
          <a:ext cx="0" cy="0"/>
          <a:chOff x="0" y="0"/>
          <a:chExt cx="0" cy="0"/>
        </a:xfrm>
      </p:grpSpPr>
      <p:sp>
        <p:nvSpPr>
          <p:cNvPr id="13" name="Google Shape;13;p3"/>
          <p:cNvSpPr txBox="1"/>
          <p:nvPr>
            <p:ph type="ctrTitle"/>
          </p:nvPr>
        </p:nvSpPr>
        <p:spPr>
          <a:xfrm>
            <a:off x="264425" y="208500"/>
            <a:ext cx="6858000" cy="357300"/>
          </a:xfrm>
          <a:prstGeom prst="rect">
            <a:avLst/>
          </a:prstGeom>
          <a:noFill/>
          <a:ln>
            <a:noFill/>
          </a:ln>
        </p:spPr>
        <p:txBody>
          <a:bodyPr anchorCtr="0" anchor="t" bIns="91425" lIns="0" spcFirstLastPara="1" rIns="91425" wrap="square" tIns="0">
            <a:noAutofit/>
          </a:bodyPr>
          <a:lstStyle>
            <a:lvl1pPr lvl="0" marR="0" rtl="0" algn="l">
              <a:lnSpc>
                <a:spcPct val="90000"/>
              </a:lnSpc>
              <a:spcBef>
                <a:spcPts val="0"/>
              </a:spcBef>
              <a:spcAft>
                <a:spcPts val="0"/>
              </a:spcAft>
              <a:buClr>
                <a:schemeClr val="dk1"/>
              </a:buClr>
              <a:buSzPts val="2100"/>
              <a:buFont typeface="Tahoma"/>
              <a:buNone/>
              <a:defRPr b="1" i="0" sz="21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2pPr>
            <a:lvl3pPr lvl="2"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3pPr>
            <a:lvl4pPr lvl="3"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4pPr>
            <a:lvl5pPr lvl="4"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5pPr>
            <a:lvl6pPr lvl="5"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6pPr>
            <a:lvl7pPr lvl="6"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7pPr>
            <a:lvl8pPr lvl="7"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8pPr>
            <a:lvl9pPr lvl="8"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9pPr>
          </a:lstStyle>
          <a:p/>
        </p:txBody>
      </p:sp>
      <p:cxnSp>
        <p:nvCxnSpPr>
          <p:cNvPr id="14" name="Google Shape;14;p3"/>
          <p:cNvCxnSpPr/>
          <p:nvPr/>
        </p:nvCxnSpPr>
        <p:spPr>
          <a:xfrm>
            <a:off x="0" y="640900"/>
            <a:ext cx="1563000" cy="0"/>
          </a:xfrm>
          <a:prstGeom prst="straightConnector1">
            <a:avLst/>
          </a:prstGeom>
          <a:noFill/>
          <a:ln cap="flat" cmpd="sng" w="19050">
            <a:solidFill>
              <a:srgbClr val="000000"/>
            </a:solidFill>
            <a:prstDash val="solid"/>
            <a:round/>
            <a:headEnd len="sm" w="sm" type="none"/>
            <a:tailEnd len="med" w="med" type="diamond"/>
          </a:ln>
        </p:spPr>
      </p:cxnSp>
      <p:pic>
        <p:nvPicPr>
          <p:cNvPr id="15" name="Google Shape;15;p3"/>
          <p:cNvPicPr preferRelativeResize="0"/>
          <p:nvPr/>
        </p:nvPicPr>
        <p:blipFill rotWithShape="1">
          <a:blip r:embed="rId2">
            <a:alphaModFix/>
          </a:blip>
          <a:srcRect b="38380" l="0" r="0" t="37945"/>
          <a:stretch/>
        </p:blipFill>
        <p:spPr>
          <a:xfrm>
            <a:off x="7548480" y="127007"/>
            <a:ext cx="1463649" cy="346527"/>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with Black logo 1 1 1 1 1 1 1 2 1 2 1 1 2">
  <p:cSld name="CUSTOM_6_1_1_1_1_1_1_1_2_1_2_1_1_2">
    <p:bg>
      <p:bgPr>
        <a:noFill/>
      </p:bgPr>
    </p:bg>
    <p:spTree>
      <p:nvGrpSpPr>
        <p:cNvPr id="16" name="Shape 16"/>
        <p:cNvGrpSpPr/>
        <p:nvPr/>
      </p:nvGrpSpPr>
      <p:grpSpPr>
        <a:xfrm>
          <a:off x="0" y="0"/>
          <a:ext cx="0" cy="0"/>
          <a:chOff x="0" y="0"/>
          <a:chExt cx="0" cy="0"/>
        </a:xfrm>
      </p:grpSpPr>
      <p:sp>
        <p:nvSpPr>
          <p:cNvPr id="17" name="Google Shape;17;p4"/>
          <p:cNvSpPr txBox="1"/>
          <p:nvPr>
            <p:ph idx="12" type="sldNum"/>
          </p:nvPr>
        </p:nvSpPr>
        <p:spPr>
          <a:xfrm>
            <a:off x="8556784" y="4749851"/>
            <a:ext cx="548700" cy="3936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7F7F7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7F7F7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7F7F7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7F7F7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7F7F7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7F7F7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7F7F7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7F7F7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7F7F7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18" name="Google Shape;18;p4"/>
          <p:cNvPicPr preferRelativeResize="0"/>
          <p:nvPr/>
        </p:nvPicPr>
        <p:blipFill rotWithShape="1">
          <a:blip r:embed="rId2">
            <a:alphaModFix/>
          </a:blip>
          <a:srcRect b="0" l="0" r="0" t="0"/>
          <a:stretch/>
        </p:blipFill>
        <p:spPr>
          <a:xfrm>
            <a:off x="0" y="-2623"/>
            <a:ext cx="9144000" cy="5143505"/>
          </a:xfrm>
          <a:prstGeom prst="rect">
            <a:avLst/>
          </a:prstGeom>
          <a:noFill/>
          <a:ln>
            <a:noFill/>
          </a:ln>
        </p:spPr>
      </p:pic>
      <p:pic>
        <p:nvPicPr>
          <p:cNvPr id="19" name="Google Shape;19;p4"/>
          <p:cNvPicPr preferRelativeResize="0"/>
          <p:nvPr/>
        </p:nvPicPr>
        <p:blipFill rotWithShape="1">
          <a:blip r:embed="rId3">
            <a:alphaModFix/>
          </a:blip>
          <a:srcRect b="38380" l="0" r="0" t="37945"/>
          <a:stretch/>
        </p:blipFill>
        <p:spPr>
          <a:xfrm>
            <a:off x="7548480" y="127007"/>
            <a:ext cx="1463649" cy="346527"/>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without Title">
  <p:cSld name="Title Slide_1">
    <p:spTree>
      <p:nvGrpSpPr>
        <p:cNvPr id="20" name="Shape 20"/>
        <p:cNvGrpSpPr/>
        <p:nvPr/>
      </p:nvGrpSpPr>
      <p:grpSpPr>
        <a:xfrm>
          <a:off x="0" y="0"/>
          <a:ext cx="0" cy="0"/>
          <a:chOff x="0" y="0"/>
          <a:chExt cx="0" cy="0"/>
        </a:xfrm>
      </p:grpSpPr>
      <p:pic>
        <p:nvPicPr>
          <p:cNvPr id="21" name="Google Shape;21;p5"/>
          <p:cNvPicPr preferRelativeResize="0"/>
          <p:nvPr/>
        </p:nvPicPr>
        <p:blipFill rotWithShape="1">
          <a:blip r:embed="rId2">
            <a:alphaModFix/>
          </a:blip>
          <a:srcRect b="38380" l="0" r="0" t="37945"/>
          <a:stretch/>
        </p:blipFill>
        <p:spPr>
          <a:xfrm>
            <a:off x="7548480" y="127007"/>
            <a:ext cx="1463649" cy="346527"/>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emplate 1">
  <p:cSld name="2020 LI_Title and Content_1_1_1_1">
    <p:spTree>
      <p:nvGrpSpPr>
        <p:cNvPr id="22" name="Shape 22"/>
        <p:cNvGrpSpPr/>
        <p:nvPr/>
      </p:nvGrpSpPr>
      <p:grpSpPr>
        <a:xfrm>
          <a:off x="0" y="0"/>
          <a:ext cx="0" cy="0"/>
          <a:chOff x="0" y="0"/>
          <a:chExt cx="0" cy="0"/>
        </a:xfrm>
      </p:grpSpPr>
      <p:sp>
        <p:nvSpPr>
          <p:cNvPr id="23" name="Google Shape;23;p6"/>
          <p:cNvSpPr txBox="1"/>
          <p:nvPr>
            <p:ph idx="12" type="sldNum"/>
          </p:nvPr>
        </p:nvSpPr>
        <p:spPr>
          <a:xfrm>
            <a:off x="9193541" y="4838318"/>
            <a:ext cx="0" cy="825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7F7F7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7F7F7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7F7F7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7F7F7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7F7F7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7F7F7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7F7F7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7F7F7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7F7F7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24" name="Google Shape;24;p6"/>
          <p:cNvPicPr preferRelativeResize="0"/>
          <p:nvPr/>
        </p:nvPicPr>
        <p:blipFill rotWithShape="1">
          <a:blip r:embed="rId2">
            <a:alphaModFix/>
          </a:blip>
          <a:srcRect b="0" l="0" r="0" t="0"/>
          <a:stretch/>
        </p:blipFill>
        <p:spPr>
          <a:xfrm>
            <a:off x="0" y="0"/>
            <a:ext cx="9144000" cy="5143500"/>
          </a:xfrm>
          <a:prstGeom prst="rect">
            <a:avLst/>
          </a:prstGeom>
          <a:noFill/>
          <a:ln>
            <a:noFill/>
          </a:ln>
        </p:spPr>
      </p:pic>
      <p:pic>
        <p:nvPicPr>
          <p:cNvPr id="25" name="Google Shape;25;p6"/>
          <p:cNvPicPr preferRelativeResize="0"/>
          <p:nvPr/>
        </p:nvPicPr>
        <p:blipFill rotWithShape="1">
          <a:blip r:embed="rId3">
            <a:alphaModFix/>
          </a:blip>
          <a:srcRect b="38380" l="0" r="0" t="37945"/>
          <a:stretch/>
        </p:blipFill>
        <p:spPr>
          <a:xfrm>
            <a:off x="7548480" y="127007"/>
            <a:ext cx="1463649" cy="346527"/>
          </a:xfrm>
          <a:prstGeom prst="rect">
            <a:avLst/>
          </a:prstGeom>
          <a:noFill/>
          <a:ln>
            <a:noFill/>
          </a:ln>
        </p:spPr>
      </p:pic>
      <p:sp>
        <p:nvSpPr>
          <p:cNvPr id="26" name="Google Shape;26;p6"/>
          <p:cNvSpPr txBox="1"/>
          <p:nvPr>
            <p:ph type="ctrTitle"/>
          </p:nvPr>
        </p:nvSpPr>
        <p:spPr>
          <a:xfrm>
            <a:off x="264425" y="208500"/>
            <a:ext cx="6858000" cy="357300"/>
          </a:xfrm>
          <a:prstGeom prst="rect">
            <a:avLst/>
          </a:prstGeom>
          <a:noFill/>
          <a:ln>
            <a:noFill/>
          </a:ln>
        </p:spPr>
        <p:txBody>
          <a:bodyPr anchorCtr="0" anchor="t" bIns="91425" lIns="0" spcFirstLastPara="1" rIns="91425" wrap="square" tIns="0">
            <a:noAutofit/>
          </a:bodyPr>
          <a:lstStyle>
            <a:lvl1pPr lvl="0" marR="0" rtl="0" algn="l">
              <a:lnSpc>
                <a:spcPct val="90000"/>
              </a:lnSpc>
              <a:spcBef>
                <a:spcPts val="0"/>
              </a:spcBef>
              <a:spcAft>
                <a:spcPts val="0"/>
              </a:spcAft>
              <a:buClr>
                <a:schemeClr val="dk1"/>
              </a:buClr>
              <a:buSzPts val="2100"/>
              <a:buFont typeface="Tahoma"/>
              <a:buNone/>
              <a:defRPr b="1" i="0" sz="21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2pPr>
            <a:lvl3pPr lvl="2"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3pPr>
            <a:lvl4pPr lvl="3"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4pPr>
            <a:lvl5pPr lvl="4"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5pPr>
            <a:lvl6pPr lvl="5"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6pPr>
            <a:lvl7pPr lvl="6"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7pPr>
            <a:lvl8pPr lvl="7"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8pPr>
            <a:lvl9pPr lvl="8"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9pPr>
          </a:lstStyle>
          <a:p/>
        </p:txBody>
      </p:sp>
      <p:cxnSp>
        <p:nvCxnSpPr>
          <p:cNvPr id="27" name="Google Shape;27;p6"/>
          <p:cNvCxnSpPr/>
          <p:nvPr/>
        </p:nvCxnSpPr>
        <p:spPr>
          <a:xfrm>
            <a:off x="0" y="640900"/>
            <a:ext cx="1563000" cy="0"/>
          </a:xfrm>
          <a:prstGeom prst="straightConnector1">
            <a:avLst/>
          </a:prstGeom>
          <a:noFill/>
          <a:ln cap="flat" cmpd="sng" w="19050">
            <a:solidFill>
              <a:srgbClr val="000000"/>
            </a:solidFill>
            <a:prstDash val="solid"/>
            <a:round/>
            <a:headEnd len="sm" w="sm" type="none"/>
            <a:tailEnd len="med" w="med" type="diamond"/>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you Slide 1">
  <p:cSld name="TITLE_AND_TWO_COLUMNS_2_1">
    <p:spTree>
      <p:nvGrpSpPr>
        <p:cNvPr id="28" name="Shape 28"/>
        <p:cNvGrpSpPr/>
        <p:nvPr/>
      </p:nvGrpSpPr>
      <p:grpSpPr>
        <a:xfrm>
          <a:off x="0" y="0"/>
          <a:ext cx="0" cy="0"/>
          <a:chOff x="0" y="0"/>
          <a:chExt cx="0" cy="0"/>
        </a:xfrm>
      </p:grpSpPr>
      <p:pic>
        <p:nvPicPr>
          <p:cNvPr id="29" name="Google Shape;29;p7"/>
          <p:cNvPicPr preferRelativeResize="0"/>
          <p:nvPr/>
        </p:nvPicPr>
        <p:blipFill rotWithShape="1">
          <a:blip r:embed="rId2">
            <a:alphaModFix/>
          </a:blip>
          <a:srcRect b="0" l="0" r="0" t="0"/>
          <a:stretch/>
        </p:blipFill>
        <p:spPr>
          <a:xfrm>
            <a:off x="3300" y="0"/>
            <a:ext cx="9144000" cy="5143500"/>
          </a:xfrm>
          <a:prstGeom prst="rect">
            <a:avLst/>
          </a:prstGeom>
          <a:noFill/>
          <a:ln>
            <a:noFill/>
          </a:ln>
        </p:spPr>
      </p:pic>
      <p:pic>
        <p:nvPicPr>
          <p:cNvPr id="30" name="Google Shape;30;p7"/>
          <p:cNvPicPr preferRelativeResize="0"/>
          <p:nvPr/>
        </p:nvPicPr>
        <p:blipFill rotWithShape="1">
          <a:blip r:embed="rId3">
            <a:alphaModFix/>
          </a:blip>
          <a:srcRect b="0" l="0" r="0" t="0"/>
          <a:stretch/>
        </p:blipFill>
        <p:spPr>
          <a:xfrm>
            <a:off x="3300" y="0"/>
            <a:ext cx="9144000" cy="5143500"/>
          </a:xfrm>
          <a:prstGeom prst="rect">
            <a:avLst/>
          </a:prstGeom>
          <a:noFill/>
          <a:ln>
            <a:noFill/>
          </a:ln>
        </p:spPr>
      </p:pic>
      <p:pic>
        <p:nvPicPr>
          <p:cNvPr id="31" name="Google Shape;31;p7"/>
          <p:cNvPicPr preferRelativeResize="0"/>
          <p:nvPr/>
        </p:nvPicPr>
        <p:blipFill rotWithShape="1">
          <a:blip r:embed="rId4">
            <a:alphaModFix/>
          </a:blip>
          <a:srcRect b="38380" l="0" r="0" t="37945"/>
          <a:stretch/>
        </p:blipFill>
        <p:spPr>
          <a:xfrm>
            <a:off x="7548480" y="127007"/>
            <a:ext cx="1463649" cy="346527"/>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CUSTOM">
    <p:spTree>
      <p:nvGrpSpPr>
        <p:cNvPr id="32" name="Shape 32"/>
        <p:cNvGrpSpPr/>
        <p:nvPr/>
      </p:nvGrpSpPr>
      <p:grpSpPr>
        <a:xfrm>
          <a:off x="0" y="0"/>
          <a:ext cx="0" cy="0"/>
          <a:chOff x="0" y="0"/>
          <a:chExt cx="0" cy="0"/>
        </a:xfrm>
      </p:grpSpPr>
      <p:pic>
        <p:nvPicPr>
          <p:cNvPr id="33" name="Google Shape;33;p8"/>
          <p:cNvPicPr preferRelativeResize="0"/>
          <p:nvPr/>
        </p:nvPicPr>
        <p:blipFill rotWithShape="1">
          <a:blip r:embed="rId2">
            <a:alphaModFix/>
          </a:blip>
          <a:srcRect b="0" l="0" r="0" t="0"/>
          <a:stretch/>
        </p:blipFill>
        <p:spPr>
          <a:xfrm>
            <a:off x="0" y="0"/>
            <a:ext cx="9144002" cy="514350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with Black logo 1 1 1 1 1 1 1 2 1 2 1 1 2 1">
  <p:cSld name="CUSTOM_6_1_1_1_1_1_1_1_2_1_2_1_1_2_1">
    <p:bg>
      <p:bgPr>
        <a:noFill/>
      </p:bgPr>
    </p:bg>
    <p:spTree>
      <p:nvGrpSpPr>
        <p:cNvPr id="34" name="Shape 34"/>
        <p:cNvGrpSpPr/>
        <p:nvPr/>
      </p:nvGrpSpPr>
      <p:grpSpPr>
        <a:xfrm>
          <a:off x="0" y="0"/>
          <a:ext cx="0" cy="0"/>
          <a:chOff x="0" y="0"/>
          <a:chExt cx="0" cy="0"/>
        </a:xfrm>
      </p:grpSpPr>
      <p:sp>
        <p:nvSpPr>
          <p:cNvPr id="35" name="Google Shape;35;p9"/>
          <p:cNvSpPr txBox="1"/>
          <p:nvPr>
            <p:ph idx="12" type="sldNum"/>
          </p:nvPr>
        </p:nvSpPr>
        <p:spPr>
          <a:xfrm>
            <a:off x="8556784" y="4749851"/>
            <a:ext cx="548700" cy="393600"/>
          </a:xfrm>
          <a:prstGeom prst="rect">
            <a:avLst/>
          </a:prstGeom>
          <a:noFill/>
          <a:ln>
            <a:noFill/>
          </a:ln>
        </p:spPr>
        <p:txBody>
          <a:bodyPr anchorCtr="0" anchor="t"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7F7F7F"/>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7F7F7F"/>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7F7F7F"/>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7F7F7F"/>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7F7F7F"/>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7F7F7F"/>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7F7F7F"/>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7F7F7F"/>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7F7F7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36" name="Google Shape;36;p9"/>
          <p:cNvPicPr preferRelativeResize="0"/>
          <p:nvPr/>
        </p:nvPicPr>
        <p:blipFill rotWithShape="1">
          <a:blip r:embed="rId2">
            <a:alphaModFix/>
          </a:blip>
          <a:srcRect b="0" l="0" r="0" t="0"/>
          <a:stretch/>
        </p:blipFill>
        <p:spPr>
          <a:xfrm>
            <a:off x="0" y="-2623"/>
            <a:ext cx="9144000" cy="5143505"/>
          </a:xfrm>
          <a:prstGeom prst="rect">
            <a:avLst/>
          </a:prstGeom>
          <a:noFill/>
          <a:ln>
            <a:noFill/>
          </a:ln>
        </p:spPr>
      </p:pic>
      <p:pic>
        <p:nvPicPr>
          <p:cNvPr id="37" name="Google Shape;37;p9"/>
          <p:cNvPicPr preferRelativeResize="0"/>
          <p:nvPr/>
        </p:nvPicPr>
        <p:blipFill rotWithShape="1">
          <a:blip r:embed="rId3">
            <a:alphaModFix/>
          </a:blip>
          <a:srcRect b="38380" l="0" r="0" t="37945"/>
          <a:stretch/>
        </p:blipFill>
        <p:spPr>
          <a:xfrm>
            <a:off x="7548480" y="127007"/>
            <a:ext cx="1463649" cy="346527"/>
          </a:xfrm>
          <a:prstGeom prst="rect">
            <a:avLst/>
          </a:prstGeom>
          <a:noFill/>
          <a:ln>
            <a:noFill/>
          </a:ln>
        </p:spPr>
      </p:pic>
      <p:sp>
        <p:nvSpPr>
          <p:cNvPr id="38" name="Google Shape;38;p9"/>
          <p:cNvSpPr txBox="1"/>
          <p:nvPr>
            <p:ph type="ctrTitle"/>
          </p:nvPr>
        </p:nvSpPr>
        <p:spPr>
          <a:xfrm>
            <a:off x="1178400" y="2310825"/>
            <a:ext cx="6787200" cy="516600"/>
          </a:xfrm>
          <a:prstGeom prst="rect">
            <a:avLst/>
          </a:prstGeom>
          <a:noFill/>
          <a:ln>
            <a:noFill/>
          </a:ln>
        </p:spPr>
        <p:txBody>
          <a:bodyPr anchorCtr="0" anchor="t" bIns="0" lIns="0" spcFirstLastPara="1" rIns="0" wrap="square" tIns="0">
            <a:noAutofit/>
          </a:bodyPr>
          <a:lstStyle>
            <a:lvl1pPr lvl="0" marR="0" rtl="0" algn="ctr">
              <a:lnSpc>
                <a:spcPct val="115000"/>
              </a:lnSpc>
              <a:spcBef>
                <a:spcPts val="0"/>
              </a:spcBef>
              <a:spcAft>
                <a:spcPts val="0"/>
              </a:spcAft>
              <a:buClr>
                <a:srgbClr val="183F66"/>
              </a:buClr>
              <a:buSzPts val="3200"/>
              <a:buFont typeface="Century Gothic"/>
              <a:buNone/>
              <a:defRPr b="1" i="0" sz="3200" u="none" cap="none" strike="noStrike">
                <a:solidFill>
                  <a:srgbClr val="183F66"/>
                </a:solidFill>
                <a:latin typeface="Century Gothic"/>
                <a:ea typeface="Century Gothic"/>
                <a:cs typeface="Century Gothic"/>
                <a:sym typeface="Century Gothic"/>
              </a:defRPr>
            </a:lvl1pPr>
            <a:lvl2pPr lvl="1" marR="0" rtl="0" algn="l">
              <a:lnSpc>
                <a:spcPct val="115000"/>
              </a:lnSpc>
              <a:spcBef>
                <a:spcPts val="0"/>
              </a:spcBef>
              <a:spcAft>
                <a:spcPts val="0"/>
              </a:spcAft>
              <a:buClr>
                <a:srgbClr val="000000"/>
              </a:buClr>
              <a:buSzPts val="3000"/>
              <a:buFont typeface="Tahoma"/>
              <a:buNone/>
              <a:defRPr b="0" i="0" sz="3000" u="none" cap="none" strike="noStrike">
                <a:solidFill>
                  <a:srgbClr val="000000"/>
                </a:solidFill>
                <a:latin typeface="Tahoma"/>
                <a:ea typeface="Tahoma"/>
                <a:cs typeface="Tahoma"/>
                <a:sym typeface="Tahoma"/>
              </a:defRPr>
            </a:lvl2pPr>
            <a:lvl3pPr lvl="2" marR="0" rtl="0" algn="l">
              <a:lnSpc>
                <a:spcPct val="115000"/>
              </a:lnSpc>
              <a:spcBef>
                <a:spcPts val="0"/>
              </a:spcBef>
              <a:spcAft>
                <a:spcPts val="0"/>
              </a:spcAft>
              <a:buClr>
                <a:srgbClr val="000000"/>
              </a:buClr>
              <a:buSzPts val="3000"/>
              <a:buFont typeface="Tahoma"/>
              <a:buNone/>
              <a:defRPr b="0" i="0" sz="3000" u="none" cap="none" strike="noStrike">
                <a:solidFill>
                  <a:srgbClr val="000000"/>
                </a:solidFill>
                <a:latin typeface="Tahoma"/>
                <a:ea typeface="Tahoma"/>
                <a:cs typeface="Tahoma"/>
                <a:sym typeface="Tahoma"/>
              </a:defRPr>
            </a:lvl3pPr>
            <a:lvl4pPr lvl="3" marR="0" rtl="0" algn="l">
              <a:lnSpc>
                <a:spcPct val="115000"/>
              </a:lnSpc>
              <a:spcBef>
                <a:spcPts val="0"/>
              </a:spcBef>
              <a:spcAft>
                <a:spcPts val="0"/>
              </a:spcAft>
              <a:buClr>
                <a:srgbClr val="000000"/>
              </a:buClr>
              <a:buSzPts val="3000"/>
              <a:buFont typeface="Tahoma"/>
              <a:buNone/>
              <a:defRPr b="0" i="0" sz="3000" u="none" cap="none" strike="noStrike">
                <a:solidFill>
                  <a:srgbClr val="000000"/>
                </a:solidFill>
                <a:latin typeface="Tahoma"/>
                <a:ea typeface="Tahoma"/>
                <a:cs typeface="Tahoma"/>
                <a:sym typeface="Tahoma"/>
              </a:defRPr>
            </a:lvl4pPr>
            <a:lvl5pPr lvl="4" marR="0" rtl="0" algn="l">
              <a:lnSpc>
                <a:spcPct val="115000"/>
              </a:lnSpc>
              <a:spcBef>
                <a:spcPts val="0"/>
              </a:spcBef>
              <a:spcAft>
                <a:spcPts val="0"/>
              </a:spcAft>
              <a:buClr>
                <a:srgbClr val="000000"/>
              </a:buClr>
              <a:buSzPts val="3000"/>
              <a:buFont typeface="Tahoma"/>
              <a:buNone/>
              <a:defRPr b="0" i="0" sz="3000" u="none" cap="none" strike="noStrike">
                <a:solidFill>
                  <a:srgbClr val="000000"/>
                </a:solidFill>
                <a:latin typeface="Tahoma"/>
                <a:ea typeface="Tahoma"/>
                <a:cs typeface="Tahoma"/>
                <a:sym typeface="Tahoma"/>
              </a:defRPr>
            </a:lvl5pPr>
            <a:lvl6pPr lvl="5" marR="0" rtl="0" algn="l">
              <a:lnSpc>
                <a:spcPct val="115000"/>
              </a:lnSpc>
              <a:spcBef>
                <a:spcPts val="0"/>
              </a:spcBef>
              <a:spcAft>
                <a:spcPts val="0"/>
              </a:spcAft>
              <a:buClr>
                <a:srgbClr val="000000"/>
              </a:buClr>
              <a:buSzPts val="3000"/>
              <a:buFont typeface="Tahoma"/>
              <a:buNone/>
              <a:defRPr b="0" i="0" sz="3000" u="none" cap="none" strike="noStrike">
                <a:solidFill>
                  <a:srgbClr val="000000"/>
                </a:solidFill>
                <a:latin typeface="Tahoma"/>
                <a:ea typeface="Tahoma"/>
                <a:cs typeface="Tahoma"/>
                <a:sym typeface="Tahoma"/>
              </a:defRPr>
            </a:lvl6pPr>
            <a:lvl7pPr lvl="6" marR="0" rtl="0" algn="l">
              <a:lnSpc>
                <a:spcPct val="115000"/>
              </a:lnSpc>
              <a:spcBef>
                <a:spcPts val="0"/>
              </a:spcBef>
              <a:spcAft>
                <a:spcPts val="0"/>
              </a:spcAft>
              <a:buClr>
                <a:srgbClr val="000000"/>
              </a:buClr>
              <a:buSzPts val="3000"/>
              <a:buFont typeface="Tahoma"/>
              <a:buNone/>
              <a:defRPr b="0" i="0" sz="3000" u="none" cap="none" strike="noStrike">
                <a:solidFill>
                  <a:srgbClr val="000000"/>
                </a:solidFill>
                <a:latin typeface="Tahoma"/>
                <a:ea typeface="Tahoma"/>
                <a:cs typeface="Tahoma"/>
                <a:sym typeface="Tahoma"/>
              </a:defRPr>
            </a:lvl7pPr>
            <a:lvl8pPr lvl="7" marR="0" rtl="0" algn="l">
              <a:lnSpc>
                <a:spcPct val="115000"/>
              </a:lnSpc>
              <a:spcBef>
                <a:spcPts val="0"/>
              </a:spcBef>
              <a:spcAft>
                <a:spcPts val="0"/>
              </a:spcAft>
              <a:buClr>
                <a:srgbClr val="000000"/>
              </a:buClr>
              <a:buSzPts val="3000"/>
              <a:buFont typeface="Tahoma"/>
              <a:buNone/>
              <a:defRPr b="0" i="0" sz="3000" u="none" cap="none" strike="noStrike">
                <a:solidFill>
                  <a:srgbClr val="000000"/>
                </a:solidFill>
                <a:latin typeface="Tahoma"/>
                <a:ea typeface="Tahoma"/>
                <a:cs typeface="Tahoma"/>
                <a:sym typeface="Tahoma"/>
              </a:defRPr>
            </a:lvl8pPr>
            <a:lvl9pPr lvl="8" marR="0" rtl="0" algn="l">
              <a:lnSpc>
                <a:spcPct val="115000"/>
              </a:lnSpc>
              <a:spcBef>
                <a:spcPts val="0"/>
              </a:spcBef>
              <a:spcAft>
                <a:spcPts val="0"/>
              </a:spcAft>
              <a:buClr>
                <a:srgbClr val="000000"/>
              </a:buClr>
              <a:buSzPts val="3000"/>
              <a:buFont typeface="Tahoma"/>
              <a:buNone/>
              <a:defRPr b="0" i="0" sz="3000" u="none" cap="none" strike="noStrike">
                <a:solidFill>
                  <a:srgbClr val="000000"/>
                </a:solidFill>
                <a:latin typeface="Tahoma"/>
                <a:ea typeface="Tahoma"/>
                <a:cs typeface="Tahoma"/>
                <a:sym typeface="Tahoma"/>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Logo, Footer &amp; Body 1">
  <p:cSld name="TITLE_AND_TWO_COLUMNS_1_3_1_1">
    <p:spTree>
      <p:nvGrpSpPr>
        <p:cNvPr id="39" name="Shape 39"/>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0"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idx="12" type="sldNum"/>
          </p:nvPr>
        </p:nvSpPr>
        <p:spPr>
          <a:xfrm>
            <a:off x="9193541" y="4838318"/>
            <a:ext cx="0" cy="82500"/>
          </a:xfrm>
          <a:prstGeom prst="rect">
            <a:avLst/>
          </a:prstGeom>
          <a:noFill/>
          <a:ln>
            <a:noFill/>
          </a:ln>
        </p:spPr>
        <p:txBody>
          <a:bodyPr anchorCtr="0" anchor="ctr" bIns="0" lIns="0" spcFirstLastPara="1" rIns="0" wrap="square" tIns="0">
            <a:noAutofit/>
          </a:bodyPr>
          <a:lstStyle>
            <a:lvl1pPr indent="0" lvl="0" marL="0" marR="0" rtl="0" algn="r">
              <a:lnSpc>
                <a:spcPct val="100000"/>
              </a:lnSpc>
              <a:spcBef>
                <a:spcPts val="0"/>
              </a:spcBef>
              <a:spcAft>
                <a:spcPts val="0"/>
              </a:spcAft>
              <a:buClr>
                <a:srgbClr val="000000"/>
              </a:buClr>
              <a:buSzPts val="600"/>
              <a:buFont typeface="Arial"/>
              <a:buNone/>
              <a:defRPr b="0" i="0" sz="600" u="none" cap="none" strike="noStrike">
                <a:solidFill>
                  <a:srgbClr val="7F7F7F"/>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600"/>
              <a:buFont typeface="Arial"/>
              <a:buNone/>
              <a:defRPr b="0" i="0" sz="600" u="none" cap="none" strike="noStrike">
                <a:solidFill>
                  <a:srgbClr val="7F7F7F"/>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600"/>
              <a:buFont typeface="Arial"/>
              <a:buNone/>
              <a:defRPr b="0" i="0" sz="600" u="none" cap="none" strike="noStrike">
                <a:solidFill>
                  <a:srgbClr val="7F7F7F"/>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600"/>
              <a:buFont typeface="Arial"/>
              <a:buNone/>
              <a:defRPr b="0" i="0" sz="600" u="none" cap="none" strike="noStrike">
                <a:solidFill>
                  <a:srgbClr val="7F7F7F"/>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600"/>
              <a:buFont typeface="Arial"/>
              <a:buNone/>
              <a:defRPr b="0" i="0" sz="600" u="none" cap="none" strike="noStrike">
                <a:solidFill>
                  <a:srgbClr val="7F7F7F"/>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600"/>
              <a:buFont typeface="Arial"/>
              <a:buNone/>
              <a:defRPr b="0" i="0" sz="600" u="none" cap="none" strike="noStrike">
                <a:solidFill>
                  <a:srgbClr val="7F7F7F"/>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600"/>
              <a:buFont typeface="Arial"/>
              <a:buNone/>
              <a:defRPr b="0" i="0" sz="600" u="none" cap="none" strike="noStrike">
                <a:solidFill>
                  <a:srgbClr val="7F7F7F"/>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600"/>
              <a:buFont typeface="Arial"/>
              <a:buNone/>
              <a:defRPr b="0" i="0" sz="600" u="none" cap="none" strike="noStrike">
                <a:solidFill>
                  <a:srgbClr val="7F7F7F"/>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600"/>
              <a:buFont typeface="Arial"/>
              <a:buNone/>
              <a:defRPr b="0" i="0" sz="600" u="none" cap="none" strike="noStrike">
                <a:solidFill>
                  <a:srgbClr val="7F7F7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144">
          <p15:clr>
            <a:srgbClr val="F26B43"/>
          </p15:clr>
        </p15:guide>
        <p15:guide id="2" pos="5628">
          <p15:clr>
            <a:srgbClr val="F26B43"/>
          </p15:clr>
        </p15:guide>
        <p15:guide id="3" pos="1864">
          <p15:clr>
            <a:srgbClr val="F26B43"/>
          </p15:clr>
        </p15:guide>
        <p15:guide id="4" pos="2880">
          <p15:clr>
            <a:srgbClr val="F26B43"/>
          </p15:clr>
        </p15:guide>
        <p15:guide id="5" pos="3736">
          <p15:clr>
            <a:srgbClr val="F26B43"/>
          </p15:clr>
        </p15:guide>
        <p15:guide id="6" pos="3896">
          <p15:clr>
            <a:srgbClr val="F26B43"/>
          </p15:clr>
        </p15:guide>
        <p15:guide id="7" orient="horz" pos="468">
          <p15:clr>
            <a:srgbClr val="F26B43"/>
          </p15:clr>
        </p15:guide>
        <p15:guide id="8" orient="horz" pos="2936">
          <p15:clr>
            <a:srgbClr val="F26B43"/>
          </p15:clr>
        </p15:guide>
        <p15:guide id="9" orient="horz" pos="1638">
          <p15:clr>
            <a:srgbClr val="F26B43"/>
          </p15:clr>
        </p15:guide>
        <p15:guide id="10" orient="horz" pos="1764">
          <p15:clr>
            <a:srgbClr val="F26B43"/>
          </p15:clr>
        </p15:guide>
        <p15:guide id="11" pos="2007">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12.png"/><Relationship Id="rId9" Type="http://schemas.openxmlformats.org/officeDocument/2006/relationships/image" Target="../media/image11.png"/><Relationship Id="rId5" Type="http://schemas.openxmlformats.org/officeDocument/2006/relationships/image" Target="../media/image9.png"/><Relationship Id="rId6" Type="http://schemas.openxmlformats.org/officeDocument/2006/relationships/image" Target="../media/image6.png"/><Relationship Id="rId7" Type="http://schemas.openxmlformats.org/officeDocument/2006/relationships/image" Target="../media/image1.png"/><Relationship Id="rId8"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hyperlink" Target="https://developer.mozilla.org/en-US/docs/Web/HTTP/Reference/Status/404" TargetMode="External"/><Relationship Id="rId4" Type="http://schemas.openxmlformats.org/officeDocument/2006/relationships/image" Target="../media/image2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hyperlink" Target="https://developer.mozilla.org/en-US/docs/Web/API/RequestInit#mode"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hyperlink" Target="http://node.js"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8.png"/><Relationship Id="rId4" Type="http://schemas.openxmlformats.org/officeDocument/2006/relationships/image" Target="../media/image2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6.png"/><Relationship Id="rId4" Type="http://schemas.openxmlformats.org/officeDocument/2006/relationships/image" Target="../media/image2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7.png"/><Relationship Id="rId4" Type="http://schemas.openxmlformats.org/officeDocument/2006/relationships/image" Target="../media/image3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 name="Shape 43"/>
        <p:cNvGrpSpPr/>
        <p:nvPr/>
      </p:nvGrpSpPr>
      <p:grpSpPr>
        <a:xfrm>
          <a:off x="0" y="0"/>
          <a:ext cx="0" cy="0"/>
          <a:chOff x="0" y="0"/>
          <a:chExt cx="0" cy="0"/>
        </a:xfrm>
      </p:grpSpPr>
      <p:sp>
        <p:nvSpPr>
          <p:cNvPr id="44" name="Google Shape;44;p11"/>
          <p:cNvSpPr txBox="1"/>
          <p:nvPr>
            <p:ph type="ctrTitle"/>
          </p:nvPr>
        </p:nvSpPr>
        <p:spPr>
          <a:xfrm>
            <a:off x="556525" y="2491850"/>
            <a:ext cx="7638900" cy="516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SzPts val="3000"/>
              <a:buNone/>
            </a:pPr>
            <a:r>
              <a:rPr lang="en"/>
              <a:t>React JS: Context API &amp; React Hooks</a:t>
            </a:r>
            <a:endParaRPr/>
          </a:p>
        </p:txBody>
      </p:sp>
      <p:pic>
        <p:nvPicPr>
          <p:cNvPr id="45" name="Google Shape;45;p11"/>
          <p:cNvPicPr preferRelativeResize="0"/>
          <p:nvPr/>
        </p:nvPicPr>
        <p:blipFill rotWithShape="1">
          <a:blip r:embed="rId3">
            <a:alphaModFix/>
          </a:blip>
          <a:srcRect b="0" l="0" r="44858" t="0"/>
          <a:stretch/>
        </p:blipFill>
        <p:spPr>
          <a:xfrm>
            <a:off x="7291821" y="166727"/>
            <a:ext cx="491889" cy="516601"/>
          </a:xfrm>
          <a:prstGeom prst="rect">
            <a:avLst/>
          </a:prstGeom>
          <a:noFill/>
          <a:ln>
            <a:noFill/>
          </a:ln>
        </p:spPr>
      </p:pic>
      <p:pic>
        <p:nvPicPr>
          <p:cNvPr id="46" name="Google Shape;46;p11"/>
          <p:cNvPicPr preferRelativeResize="0"/>
          <p:nvPr/>
        </p:nvPicPr>
        <p:blipFill rotWithShape="1">
          <a:blip r:embed="rId4">
            <a:alphaModFix/>
          </a:blip>
          <a:srcRect b="0" l="0" r="0" t="0"/>
          <a:stretch/>
        </p:blipFill>
        <p:spPr>
          <a:xfrm>
            <a:off x="7879647" y="267041"/>
            <a:ext cx="1031154" cy="315973"/>
          </a:xfrm>
          <a:prstGeom prst="rect">
            <a:avLst/>
          </a:prstGeom>
          <a:noFill/>
          <a:ln>
            <a:noFill/>
          </a:ln>
        </p:spPr>
      </p:pic>
      <p:grpSp>
        <p:nvGrpSpPr>
          <p:cNvPr id="47" name="Google Shape;47;p11"/>
          <p:cNvGrpSpPr/>
          <p:nvPr/>
        </p:nvGrpSpPr>
        <p:grpSpPr>
          <a:xfrm>
            <a:off x="3433374" y="4727449"/>
            <a:ext cx="5477414" cy="197700"/>
            <a:chOff x="3433374" y="4727449"/>
            <a:chExt cx="5477414" cy="197700"/>
          </a:xfrm>
        </p:grpSpPr>
        <p:sp>
          <p:nvSpPr>
            <p:cNvPr id="48" name="Google Shape;48;p11"/>
            <p:cNvSpPr txBox="1"/>
            <p:nvPr/>
          </p:nvSpPr>
          <p:spPr>
            <a:xfrm>
              <a:off x="3433374" y="4727449"/>
              <a:ext cx="1227900" cy="197700"/>
            </a:xfrm>
            <a:prstGeom prst="rect">
              <a:avLst/>
            </a:prstGeom>
            <a:noFill/>
            <a:ln>
              <a:noFill/>
            </a:ln>
          </p:spPr>
          <p:txBody>
            <a:bodyPr anchorCtr="0" anchor="ctr" bIns="68575" lIns="0" spcFirstLastPara="1" rIns="68575" wrap="square" tIns="68575">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000000"/>
                  </a:solidFill>
                  <a:latin typeface="Century Gothic"/>
                  <a:ea typeface="Century Gothic"/>
                  <a:cs typeface="Century Gothic"/>
                  <a:sym typeface="Century Gothic"/>
                </a:rPr>
                <a:t>Proudly recognized by</a:t>
              </a:r>
              <a:endParaRPr b="1" i="0" sz="800" u="none" cap="none" strike="noStrike">
                <a:solidFill>
                  <a:srgbClr val="000000"/>
                </a:solidFill>
                <a:latin typeface="Century Gothic"/>
                <a:ea typeface="Century Gothic"/>
                <a:cs typeface="Century Gothic"/>
                <a:sym typeface="Century Gothic"/>
              </a:endParaRPr>
            </a:p>
          </p:txBody>
        </p:sp>
        <p:cxnSp>
          <p:nvCxnSpPr>
            <p:cNvPr id="49" name="Google Shape;49;p11"/>
            <p:cNvCxnSpPr/>
            <p:nvPr/>
          </p:nvCxnSpPr>
          <p:spPr>
            <a:xfrm>
              <a:off x="4631412" y="4826299"/>
              <a:ext cx="282300" cy="0"/>
            </a:xfrm>
            <a:prstGeom prst="straightConnector1">
              <a:avLst/>
            </a:prstGeom>
            <a:noFill/>
            <a:ln cap="flat" cmpd="sng" w="9525">
              <a:solidFill>
                <a:srgbClr val="D64693"/>
              </a:solidFill>
              <a:prstDash val="solid"/>
              <a:round/>
              <a:headEnd len="sm" w="sm" type="none"/>
              <a:tailEnd len="med" w="med" type="oval"/>
            </a:ln>
          </p:spPr>
        </p:cxnSp>
        <p:cxnSp>
          <p:nvCxnSpPr>
            <p:cNvPr id="50" name="Google Shape;50;p11"/>
            <p:cNvCxnSpPr/>
            <p:nvPr/>
          </p:nvCxnSpPr>
          <p:spPr>
            <a:xfrm>
              <a:off x="5345857" y="4751899"/>
              <a:ext cx="0" cy="148800"/>
            </a:xfrm>
            <a:prstGeom prst="straightConnector1">
              <a:avLst/>
            </a:prstGeom>
            <a:noFill/>
            <a:ln cap="flat" cmpd="sng" w="9525">
              <a:solidFill>
                <a:srgbClr val="999999"/>
              </a:solidFill>
              <a:prstDash val="dot"/>
              <a:round/>
              <a:headEnd len="sm" w="sm" type="none"/>
              <a:tailEnd len="sm" w="sm" type="none"/>
            </a:ln>
          </p:spPr>
        </p:cxnSp>
        <p:cxnSp>
          <p:nvCxnSpPr>
            <p:cNvPr id="51" name="Google Shape;51;p11"/>
            <p:cNvCxnSpPr/>
            <p:nvPr/>
          </p:nvCxnSpPr>
          <p:spPr>
            <a:xfrm>
              <a:off x="6029754" y="4751899"/>
              <a:ext cx="0" cy="148800"/>
            </a:xfrm>
            <a:prstGeom prst="straightConnector1">
              <a:avLst/>
            </a:prstGeom>
            <a:noFill/>
            <a:ln cap="flat" cmpd="sng" w="9525">
              <a:solidFill>
                <a:srgbClr val="999999"/>
              </a:solidFill>
              <a:prstDash val="dot"/>
              <a:round/>
              <a:headEnd len="sm" w="sm" type="none"/>
              <a:tailEnd len="sm" w="sm" type="none"/>
            </a:ln>
          </p:spPr>
        </p:cxnSp>
        <p:pic>
          <p:nvPicPr>
            <p:cNvPr id="52" name="Google Shape;52;p11"/>
            <p:cNvPicPr preferRelativeResize="0"/>
            <p:nvPr/>
          </p:nvPicPr>
          <p:blipFill rotWithShape="1">
            <a:blip r:embed="rId5">
              <a:alphaModFix/>
            </a:blip>
            <a:srcRect b="0" l="0" r="0" t="0"/>
            <a:stretch/>
          </p:blipFill>
          <p:spPr>
            <a:xfrm>
              <a:off x="5440706" y="4751946"/>
              <a:ext cx="490692" cy="148705"/>
            </a:xfrm>
            <a:prstGeom prst="rect">
              <a:avLst/>
            </a:prstGeom>
            <a:noFill/>
            <a:ln>
              <a:noFill/>
            </a:ln>
          </p:spPr>
        </p:pic>
        <p:pic>
          <p:nvPicPr>
            <p:cNvPr id="53" name="Google Shape;53;p11"/>
            <p:cNvPicPr preferRelativeResize="0"/>
            <p:nvPr/>
          </p:nvPicPr>
          <p:blipFill rotWithShape="1">
            <a:blip r:embed="rId6">
              <a:alphaModFix/>
            </a:blip>
            <a:srcRect b="0" l="0" r="0" t="0"/>
            <a:stretch/>
          </p:blipFill>
          <p:spPr>
            <a:xfrm>
              <a:off x="5027578" y="4732311"/>
              <a:ext cx="182546" cy="187975"/>
            </a:xfrm>
            <a:prstGeom prst="rect">
              <a:avLst/>
            </a:prstGeom>
            <a:noFill/>
            <a:ln>
              <a:noFill/>
            </a:ln>
          </p:spPr>
        </p:pic>
        <p:pic>
          <p:nvPicPr>
            <p:cNvPr id="54" name="Google Shape;54;p11"/>
            <p:cNvPicPr preferRelativeResize="0"/>
            <p:nvPr/>
          </p:nvPicPr>
          <p:blipFill rotWithShape="1">
            <a:blip r:embed="rId7">
              <a:alphaModFix/>
            </a:blip>
            <a:srcRect b="0" l="0" r="0" t="0"/>
            <a:stretch/>
          </p:blipFill>
          <p:spPr>
            <a:xfrm>
              <a:off x="7257426" y="4758380"/>
              <a:ext cx="590648" cy="135836"/>
            </a:xfrm>
            <a:prstGeom prst="rect">
              <a:avLst/>
            </a:prstGeom>
            <a:noFill/>
            <a:ln>
              <a:noFill/>
            </a:ln>
          </p:spPr>
        </p:pic>
        <p:cxnSp>
          <p:nvCxnSpPr>
            <p:cNvPr id="55" name="Google Shape;55;p11"/>
            <p:cNvCxnSpPr/>
            <p:nvPr/>
          </p:nvCxnSpPr>
          <p:spPr>
            <a:xfrm>
              <a:off x="7132075" y="4751899"/>
              <a:ext cx="0" cy="148800"/>
            </a:xfrm>
            <a:prstGeom prst="straightConnector1">
              <a:avLst/>
            </a:prstGeom>
            <a:noFill/>
            <a:ln cap="flat" cmpd="sng" w="9525">
              <a:solidFill>
                <a:srgbClr val="999999"/>
              </a:solidFill>
              <a:prstDash val="dot"/>
              <a:round/>
              <a:headEnd len="sm" w="sm" type="none"/>
              <a:tailEnd len="sm" w="sm" type="none"/>
            </a:ln>
          </p:spPr>
        </p:cxnSp>
        <p:pic>
          <p:nvPicPr>
            <p:cNvPr id="56" name="Google Shape;56;p11"/>
            <p:cNvPicPr preferRelativeResize="0"/>
            <p:nvPr/>
          </p:nvPicPr>
          <p:blipFill rotWithShape="1">
            <a:blip r:embed="rId8">
              <a:alphaModFix/>
            </a:blip>
            <a:srcRect b="0" l="0" r="0" t="0"/>
            <a:stretch/>
          </p:blipFill>
          <p:spPr>
            <a:xfrm>
              <a:off x="8050490" y="4751948"/>
              <a:ext cx="860298" cy="148700"/>
            </a:xfrm>
            <a:prstGeom prst="rect">
              <a:avLst/>
            </a:prstGeom>
            <a:noFill/>
            <a:ln>
              <a:noFill/>
            </a:ln>
          </p:spPr>
        </p:pic>
        <p:cxnSp>
          <p:nvCxnSpPr>
            <p:cNvPr id="57" name="Google Shape;57;p11"/>
            <p:cNvCxnSpPr/>
            <p:nvPr/>
          </p:nvCxnSpPr>
          <p:spPr>
            <a:xfrm>
              <a:off x="7956968" y="4751899"/>
              <a:ext cx="0" cy="148800"/>
            </a:xfrm>
            <a:prstGeom prst="straightConnector1">
              <a:avLst/>
            </a:prstGeom>
            <a:noFill/>
            <a:ln cap="flat" cmpd="sng" w="9525">
              <a:solidFill>
                <a:srgbClr val="999999"/>
              </a:solidFill>
              <a:prstDash val="dot"/>
              <a:round/>
              <a:headEnd len="sm" w="sm" type="none"/>
              <a:tailEnd len="sm" w="sm" type="none"/>
            </a:ln>
          </p:spPr>
        </p:cxnSp>
        <p:pic>
          <p:nvPicPr>
            <p:cNvPr id="58" name="Google Shape;58;p11"/>
            <p:cNvPicPr preferRelativeResize="0"/>
            <p:nvPr/>
          </p:nvPicPr>
          <p:blipFill rotWithShape="1">
            <a:blip r:embed="rId9">
              <a:alphaModFix/>
            </a:blip>
            <a:srcRect b="0" l="0" r="0" t="0"/>
            <a:stretch/>
          </p:blipFill>
          <p:spPr>
            <a:xfrm>
              <a:off x="6110048" y="4743760"/>
              <a:ext cx="941727" cy="165078"/>
            </a:xfrm>
            <a:prstGeom prst="rect">
              <a:avLst/>
            </a:prstGeom>
            <a:noFill/>
            <a:ln>
              <a:noFill/>
            </a:ln>
          </p:spPr>
        </p:pic>
      </p:grpSp>
      <p:sp>
        <p:nvSpPr>
          <p:cNvPr id="59" name="Google Shape;59;p11"/>
          <p:cNvSpPr txBox="1"/>
          <p:nvPr/>
        </p:nvSpPr>
        <p:spPr>
          <a:xfrm>
            <a:off x="7006925" y="4040650"/>
            <a:ext cx="2082300" cy="4002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SzPts val="1400"/>
              <a:buChar char="-"/>
            </a:pPr>
            <a:r>
              <a:rPr lang="en"/>
              <a:t>Himanshu</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2"/>
          <p:cNvSpPr txBox="1"/>
          <p:nvPr/>
        </p:nvSpPr>
        <p:spPr>
          <a:xfrm>
            <a:off x="557775" y="2257500"/>
            <a:ext cx="2366400" cy="6285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4000"/>
              <a:buFont typeface="Arial"/>
              <a:buNone/>
            </a:pPr>
            <a:r>
              <a:rPr b="1" i="0" lang="en" sz="4000" u="none" cap="none" strike="noStrike">
                <a:solidFill>
                  <a:srgbClr val="231F20"/>
                </a:solidFill>
                <a:latin typeface="Century Gothic"/>
                <a:ea typeface="Century Gothic"/>
                <a:cs typeface="Century Gothic"/>
                <a:sym typeface="Century Gothic"/>
              </a:rPr>
              <a:t>Agenda</a:t>
            </a:r>
            <a:endParaRPr b="1" i="0" sz="4000" u="none" cap="none" strike="noStrike">
              <a:solidFill>
                <a:srgbClr val="000000"/>
              </a:solidFill>
              <a:latin typeface="Century Gothic"/>
              <a:ea typeface="Century Gothic"/>
              <a:cs typeface="Century Gothic"/>
              <a:sym typeface="Century Gothic"/>
            </a:endParaRPr>
          </a:p>
        </p:txBody>
      </p:sp>
      <p:sp>
        <p:nvSpPr>
          <p:cNvPr id="65" name="Google Shape;65;p12"/>
          <p:cNvSpPr txBox="1"/>
          <p:nvPr/>
        </p:nvSpPr>
        <p:spPr>
          <a:xfrm>
            <a:off x="4185050" y="1008600"/>
            <a:ext cx="4000500" cy="3601800"/>
          </a:xfrm>
          <a:prstGeom prst="rect">
            <a:avLst/>
          </a:prstGeom>
          <a:noFill/>
          <a:ln>
            <a:noFill/>
          </a:ln>
        </p:spPr>
        <p:txBody>
          <a:bodyPr anchorCtr="0" anchor="t" bIns="91425" lIns="0" spcFirstLastPara="1" rIns="91425" wrap="square" tIns="0">
            <a:spAutoFit/>
          </a:bodyPr>
          <a:lstStyle/>
          <a:p>
            <a:pPr indent="-304800" lvl="0" marL="457200" rtl="0" algn="l">
              <a:lnSpc>
                <a:spcPct val="200000"/>
              </a:lnSpc>
              <a:spcBef>
                <a:spcPts val="0"/>
              </a:spcBef>
              <a:spcAft>
                <a:spcPts val="0"/>
              </a:spcAft>
              <a:buClr>
                <a:schemeClr val="dk1"/>
              </a:buClr>
              <a:buSzPts val="1200"/>
              <a:buFont typeface="Tahoma"/>
              <a:buAutoNum type="arabicPeriod"/>
            </a:pPr>
            <a:r>
              <a:rPr lang="en" sz="1200">
                <a:solidFill>
                  <a:schemeClr val="dk1"/>
                </a:solidFill>
                <a:latin typeface="Tahoma"/>
                <a:ea typeface="Tahoma"/>
                <a:cs typeface="Tahoma"/>
                <a:sym typeface="Tahoma"/>
              </a:rPr>
              <a:t>Context API</a:t>
            </a:r>
            <a:endParaRPr sz="1200">
              <a:solidFill>
                <a:schemeClr val="dk1"/>
              </a:solidFill>
              <a:latin typeface="Tahoma"/>
              <a:ea typeface="Tahoma"/>
              <a:cs typeface="Tahoma"/>
              <a:sym typeface="Tahoma"/>
            </a:endParaRPr>
          </a:p>
          <a:p>
            <a:pPr indent="-304800" lvl="0" marL="457200" rtl="0" algn="l">
              <a:lnSpc>
                <a:spcPct val="200000"/>
              </a:lnSpc>
              <a:spcBef>
                <a:spcPts val="0"/>
              </a:spcBef>
              <a:spcAft>
                <a:spcPts val="0"/>
              </a:spcAft>
              <a:buClr>
                <a:schemeClr val="dk1"/>
              </a:buClr>
              <a:buSzPts val="1200"/>
              <a:buFont typeface="Tahoma"/>
              <a:buAutoNum type="arabicPeriod"/>
            </a:pPr>
            <a:r>
              <a:rPr lang="en" sz="1200">
                <a:solidFill>
                  <a:schemeClr val="dk1"/>
                </a:solidFill>
                <a:latin typeface="Tahoma"/>
                <a:ea typeface="Tahoma"/>
                <a:cs typeface="Tahoma"/>
                <a:sym typeface="Tahoma"/>
              </a:rPr>
              <a:t>useRef</a:t>
            </a:r>
            <a:endParaRPr sz="1200">
              <a:solidFill>
                <a:schemeClr val="dk1"/>
              </a:solidFill>
              <a:latin typeface="Tahoma"/>
              <a:ea typeface="Tahoma"/>
              <a:cs typeface="Tahoma"/>
              <a:sym typeface="Tahoma"/>
            </a:endParaRPr>
          </a:p>
          <a:p>
            <a:pPr indent="-304800" lvl="0" marL="457200" rtl="0" algn="l">
              <a:lnSpc>
                <a:spcPct val="200000"/>
              </a:lnSpc>
              <a:spcBef>
                <a:spcPts val="0"/>
              </a:spcBef>
              <a:spcAft>
                <a:spcPts val="0"/>
              </a:spcAft>
              <a:buClr>
                <a:schemeClr val="dk1"/>
              </a:buClr>
              <a:buSzPts val="1200"/>
              <a:buFont typeface="Tahoma"/>
              <a:buAutoNum type="arabicPeriod"/>
            </a:pPr>
            <a:r>
              <a:rPr lang="en" sz="1200">
                <a:solidFill>
                  <a:schemeClr val="dk1"/>
                </a:solidFill>
                <a:latin typeface="Tahoma"/>
                <a:ea typeface="Tahoma"/>
                <a:cs typeface="Tahoma"/>
                <a:sym typeface="Tahoma"/>
              </a:rPr>
              <a:t>useMemo</a:t>
            </a:r>
            <a:endParaRPr sz="1200">
              <a:solidFill>
                <a:schemeClr val="dk1"/>
              </a:solidFill>
              <a:latin typeface="Tahoma"/>
              <a:ea typeface="Tahoma"/>
              <a:cs typeface="Tahoma"/>
              <a:sym typeface="Tahoma"/>
            </a:endParaRPr>
          </a:p>
          <a:p>
            <a:pPr indent="-304800" lvl="0" marL="457200" rtl="0" algn="l">
              <a:lnSpc>
                <a:spcPct val="200000"/>
              </a:lnSpc>
              <a:spcBef>
                <a:spcPts val="0"/>
              </a:spcBef>
              <a:spcAft>
                <a:spcPts val="0"/>
              </a:spcAft>
              <a:buClr>
                <a:schemeClr val="dk1"/>
              </a:buClr>
              <a:buSzPts val="1200"/>
              <a:buFont typeface="Tahoma"/>
              <a:buAutoNum type="arabicPeriod"/>
            </a:pPr>
            <a:r>
              <a:rPr lang="en" sz="1200">
                <a:solidFill>
                  <a:schemeClr val="dk1"/>
                </a:solidFill>
                <a:latin typeface="Tahoma"/>
                <a:ea typeface="Tahoma"/>
                <a:cs typeface="Tahoma"/>
                <a:sym typeface="Tahoma"/>
              </a:rPr>
              <a:t>useCallback</a:t>
            </a:r>
            <a:endParaRPr sz="1200">
              <a:solidFill>
                <a:schemeClr val="dk1"/>
              </a:solidFill>
              <a:latin typeface="Tahoma"/>
              <a:ea typeface="Tahoma"/>
              <a:cs typeface="Tahoma"/>
              <a:sym typeface="Tahoma"/>
            </a:endParaRPr>
          </a:p>
          <a:p>
            <a:pPr indent="-304800" lvl="0" marL="457200" rtl="0" algn="l">
              <a:lnSpc>
                <a:spcPct val="200000"/>
              </a:lnSpc>
              <a:spcBef>
                <a:spcPts val="0"/>
              </a:spcBef>
              <a:spcAft>
                <a:spcPts val="0"/>
              </a:spcAft>
              <a:buClr>
                <a:schemeClr val="dk1"/>
              </a:buClr>
              <a:buSzPts val="1200"/>
              <a:buFont typeface="Tahoma"/>
              <a:buAutoNum type="arabicPeriod"/>
            </a:pPr>
            <a:r>
              <a:rPr lang="en" sz="1200">
                <a:solidFill>
                  <a:schemeClr val="dk1"/>
                </a:solidFill>
                <a:latin typeface="Tahoma"/>
                <a:ea typeface="Tahoma"/>
                <a:cs typeface="Tahoma"/>
                <a:sym typeface="Tahoma"/>
              </a:rPr>
              <a:t>Custom Hooks</a:t>
            </a:r>
            <a:endParaRPr sz="1200">
              <a:solidFill>
                <a:schemeClr val="dk1"/>
              </a:solidFill>
              <a:latin typeface="Tahoma"/>
              <a:ea typeface="Tahoma"/>
              <a:cs typeface="Tahoma"/>
              <a:sym typeface="Tahoma"/>
            </a:endParaRPr>
          </a:p>
          <a:p>
            <a:pPr indent="-304800" lvl="0" marL="457200" rtl="0" algn="l">
              <a:lnSpc>
                <a:spcPct val="200000"/>
              </a:lnSpc>
              <a:spcBef>
                <a:spcPts val="0"/>
              </a:spcBef>
              <a:spcAft>
                <a:spcPts val="0"/>
              </a:spcAft>
              <a:buClr>
                <a:schemeClr val="dk1"/>
              </a:buClr>
              <a:buSzPts val="1200"/>
              <a:buFont typeface="Tahoma"/>
              <a:buAutoNum type="arabicPeriod"/>
            </a:pPr>
            <a:r>
              <a:rPr lang="en" sz="1200">
                <a:solidFill>
                  <a:schemeClr val="dk1"/>
                </a:solidFill>
                <a:latin typeface="Tahoma"/>
                <a:ea typeface="Tahoma"/>
                <a:cs typeface="Tahoma"/>
                <a:sym typeface="Tahoma"/>
              </a:rPr>
              <a:t>Form</a:t>
            </a:r>
            <a:endParaRPr sz="1200">
              <a:solidFill>
                <a:schemeClr val="dk1"/>
              </a:solidFill>
              <a:latin typeface="Tahoma"/>
              <a:ea typeface="Tahoma"/>
              <a:cs typeface="Tahoma"/>
              <a:sym typeface="Tahoma"/>
            </a:endParaRPr>
          </a:p>
          <a:p>
            <a:pPr indent="-304800" lvl="0" marL="457200" rtl="0" algn="l">
              <a:lnSpc>
                <a:spcPct val="200000"/>
              </a:lnSpc>
              <a:spcBef>
                <a:spcPts val="0"/>
              </a:spcBef>
              <a:spcAft>
                <a:spcPts val="0"/>
              </a:spcAft>
              <a:buClr>
                <a:schemeClr val="dk1"/>
              </a:buClr>
              <a:buSzPts val="1200"/>
              <a:buFont typeface="Tahoma"/>
              <a:buAutoNum type="arabicPeriod"/>
            </a:pPr>
            <a:r>
              <a:rPr lang="en" sz="1200">
                <a:solidFill>
                  <a:schemeClr val="dk1"/>
                </a:solidFill>
                <a:latin typeface="Tahoma"/>
                <a:ea typeface="Tahoma"/>
                <a:cs typeface="Tahoma"/>
                <a:sym typeface="Tahoma"/>
              </a:rPr>
              <a:t>API &amp; fetch, axios</a:t>
            </a:r>
            <a:endParaRPr sz="1200">
              <a:solidFill>
                <a:schemeClr val="dk1"/>
              </a:solidFill>
              <a:latin typeface="Tahoma"/>
              <a:ea typeface="Tahoma"/>
              <a:cs typeface="Tahoma"/>
              <a:sym typeface="Tahoma"/>
            </a:endParaRPr>
          </a:p>
          <a:p>
            <a:pPr indent="-304800" lvl="0" marL="457200" rtl="0" algn="l">
              <a:lnSpc>
                <a:spcPct val="200000"/>
              </a:lnSpc>
              <a:spcBef>
                <a:spcPts val="0"/>
              </a:spcBef>
              <a:spcAft>
                <a:spcPts val="0"/>
              </a:spcAft>
              <a:buClr>
                <a:schemeClr val="dk1"/>
              </a:buClr>
              <a:buSzPts val="1200"/>
              <a:buFont typeface="Tahoma"/>
              <a:buAutoNum type="arabicPeriod"/>
            </a:pPr>
            <a:r>
              <a:rPr lang="en" sz="1200">
                <a:solidFill>
                  <a:schemeClr val="dk1"/>
                </a:solidFill>
                <a:latin typeface="Tahoma"/>
                <a:ea typeface="Tahoma"/>
                <a:cs typeface="Tahoma"/>
                <a:sym typeface="Tahoma"/>
              </a:rPr>
              <a:t>Promises</a:t>
            </a:r>
            <a:endParaRPr sz="1200">
              <a:solidFill>
                <a:schemeClr val="dk1"/>
              </a:solidFill>
              <a:latin typeface="Tahoma"/>
              <a:ea typeface="Tahoma"/>
              <a:cs typeface="Tahoma"/>
              <a:sym typeface="Tahoma"/>
            </a:endParaRPr>
          </a:p>
          <a:p>
            <a:pPr indent="0" lvl="0" marL="457200" rtl="0" algn="l">
              <a:lnSpc>
                <a:spcPct val="200000"/>
              </a:lnSpc>
              <a:spcBef>
                <a:spcPts val="0"/>
              </a:spcBef>
              <a:spcAft>
                <a:spcPts val="0"/>
              </a:spcAft>
              <a:buNone/>
            </a:pPr>
            <a:r>
              <a:t/>
            </a:r>
            <a:endParaRPr sz="1200">
              <a:solidFill>
                <a:schemeClr val="dk1"/>
              </a:solidFill>
              <a:latin typeface="Tahoma"/>
              <a:ea typeface="Tahoma"/>
              <a:cs typeface="Tahoma"/>
              <a:sym typeface="Tahoma"/>
            </a:endParaRPr>
          </a:p>
          <a:p>
            <a:pPr indent="0" lvl="0" marL="0" marR="0" rtl="0" algn="l">
              <a:lnSpc>
                <a:spcPct val="200000"/>
              </a:lnSpc>
              <a:spcBef>
                <a:spcPts val="0"/>
              </a:spcBef>
              <a:spcAft>
                <a:spcPts val="0"/>
              </a:spcAft>
              <a:buNone/>
            </a:pPr>
            <a:r>
              <a:t/>
            </a:r>
            <a:endParaRPr sz="1200">
              <a:solidFill>
                <a:schemeClr val="dk1"/>
              </a:solidFill>
              <a:latin typeface="Tahoma"/>
              <a:ea typeface="Tahoma"/>
              <a:cs typeface="Tahoma"/>
              <a:sym typeface="Tahom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3"/>
          <p:cNvSpPr txBox="1"/>
          <p:nvPr/>
        </p:nvSpPr>
        <p:spPr>
          <a:xfrm>
            <a:off x="557775" y="2257500"/>
            <a:ext cx="5627100" cy="6285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4000"/>
              <a:buFont typeface="Arial"/>
              <a:buNone/>
            </a:pPr>
            <a:r>
              <a:rPr b="1" lang="en" sz="4000">
                <a:solidFill>
                  <a:srgbClr val="231F20"/>
                </a:solidFill>
                <a:latin typeface="Century Gothic"/>
                <a:ea typeface="Century Gothic"/>
                <a:cs typeface="Century Gothic"/>
                <a:sym typeface="Century Gothic"/>
              </a:rPr>
              <a:t>Context API</a:t>
            </a:r>
            <a:endParaRPr b="1" i="0" sz="4000" u="none" cap="none" strike="noStrike">
              <a:solidFill>
                <a:srgbClr val="000000"/>
              </a:solidFill>
              <a:latin typeface="Century Gothic"/>
              <a:ea typeface="Century Gothic"/>
              <a:cs typeface="Century Gothic"/>
              <a:sym typeface="Century Gothic"/>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4"/>
          <p:cNvSpPr txBox="1"/>
          <p:nvPr>
            <p:ph type="ctrTitle"/>
          </p:nvPr>
        </p:nvSpPr>
        <p:spPr>
          <a:xfrm>
            <a:off x="264425" y="208500"/>
            <a:ext cx="6858000" cy="357300"/>
          </a:xfrm>
          <a:prstGeom prst="rect">
            <a:avLst/>
          </a:prstGeom>
          <a:noFill/>
          <a:ln>
            <a:noFill/>
          </a:ln>
        </p:spPr>
        <p:txBody>
          <a:bodyPr anchorCtr="0" anchor="t" bIns="91425" lIns="0" spcFirstLastPara="1" rIns="91425" wrap="square" tIns="0">
            <a:noAutofit/>
          </a:bodyPr>
          <a:lstStyle/>
          <a:p>
            <a:pPr indent="0" lvl="0" marL="0" rtl="0" algn="l">
              <a:lnSpc>
                <a:spcPct val="115000"/>
              </a:lnSpc>
              <a:spcBef>
                <a:spcPts val="1400"/>
              </a:spcBef>
              <a:spcAft>
                <a:spcPts val="400"/>
              </a:spcAft>
              <a:buSzPts val="1100"/>
              <a:buNone/>
            </a:pPr>
            <a:r>
              <a:rPr lang="en" sz="1800">
                <a:latin typeface="Arial"/>
                <a:ea typeface="Arial"/>
                <a:cs typeface="Arial"/>
                <a:sym typeface="Arial"/>
              </a:rPr>
              <a:t>Why Context API</a:t>
            </a:r>
            <a:r>
              <a:rPr lang="en" sz="1800"/>
              <a:t>?</a:t>
            </a:r>
            <a:endParaRPr sz="1800"/>
          </a:p>
        </p:txBody>
      </p:sp>
      <p:sp>
        <p:nvSpPr>
          <p:cNvPr id="76" name="Google Shape;76;p14"/>
          <p:cNvSpPr txBox="1"/>
          <p:nvPr/>
        </p:nvSpPr>
        <p:spPr>
          <a:xfrm>
            <a:off x="408825" y="969725"/>
            <a:ext cx="7881600" cy="1369800"/>
          </a:xfrm>
          <a:prstGeom prst="rect">
            <a:avLst/>
          </a:prstGeom>
          <a:noFill/>
          <a:ln>
            <a:noFill/>
          </a:ln>
        </p:spPr>
        <p:txBody>
          <a:bodyPr anchorCtr="0" anchor="t" bIns="91425" lIns="91425" spcFirstLastPara="1" rIns="91425" wrap="square" tIns="91425">
            <a:spAutoFit/>
          </a:bodyPr>
          <a:lstStyle/>
          <a:p>
            <a:pPr indent="-298450" lvl="0" marL="457200" rtl="0" algn="l">
              <a:lnSpc>
                <a:spcPct val="150000"/>
              </a:lnSpc>
              <a:spcBef>
                <a:spcPts val="0"/>
              </a:spcBef>
              <a:spcAft>
                <a:spcPts val="0"/>
              </a:spcAft>
              <a:buClr>
                <a:schemeClr val="dk1"/>
              </a:buClr>
              <a:buSzPts val="1100"/>
              <a:buAutoNum type="arabicPeriod"/>
            </a:pPr>
            <a:r>
              <a:rPr lang="en" sz="1100">
                <a:solidFill>
                  <a:schemeClr val="dk1"/>
                </a:solidFill>
              </a:rPr>
              <a:t>React normally shares data </a:t>
            </a:r>
            <a:r>
              <a:rPr b="1" lang="en" sz="1100">
                <a:solidFill>
                  <a:schemeClr val="dk1"/>
                </a:solidFill>
              </a:rPr>
              <a:t>via props</a:t>
            </a:r>
            <a:r>
              <a:rPr lang="en" sz="1100">
                <a:solidFill>
                  <a:schemeClr val="dk1"/>
                </a:solidFill>
              </a:rPr>
              <a:t> — but this becomes painful when the same data is needed in many nested components.</a:t>
            </a:r>
            <a:endParaRPr sz="1100">
              <a:solidFill>
                <a:schemeClr val="dk1"/>
              </a:solidFill>
            </a:endParaRPr>
          </a:p>
          <a:p>
            <a:pPr indent="-298450" lvl="0" marL="457200" rtl="0" algn="l">
              <a:lnSpc>
                <a:spcPct val="150000"/>
              </a:lnSpc>
              <a:spcBef>
                <a:spcPts val="0"/>
              </a:spcBef>
              <a:spcAft>
                <a:spcPts val="0"/>
              </a:spcAft>
              <a:buClr>
                <a:schemeClr val="dk1"/>
              </a:buClr>
              <a:buSzPts val="1100"/>
              <a:buAutoNum type="arabicPeriod"/>
            </a:pPr>
            <a:r>
              <a:rPr lang="en" sz="1100">
                <a:solidFill>
                  <a:schemeClr val="dk1"/>
                </a:solidFill>
              </a:rPr>
              <a:t>This problem is called </a:t>
            </a:r>
            <a:r>
              <a:rPr b="1" lang="en" sz="1100">
                <a:solidFill>
                  <a:schemeClr val="dk1"/>
                </a:solidFill>
              </a:rPr>
              <a:t>"Prop Drilling"</a:t>
            </a:r>
            <a:r>
              <a:rPr lang="en" sz="1100">
                <a:solidFill>
                  <a:schemeClr val="dk1"/>
                </a:solidFill>
              </a:rPr>
              <a:t> (passing props through multiple levels unnecessarily).</a:t>
            </a:r>
            <a:endParaRPr sz="1100">
              <a:solidFill>
                <a:schemeClr val="dk1"/>
              </a:solidFill>
            </a:endParaRPr>
          </a:p>
          <a:p>
            <a:pPr indent="-298450" lvl="0" marL="457200" rtl="0" algn="l">
              <a:lnSpc>
                <a:spcPct val="150000"/>
              </a:lnSpc>
              <a:spcBef>
                <a:spcPts val="0"/>
              </a:spcBef>
              <a:spcAft>
                <a:spcPts val="0"/>
              </a:spcAft>
              <a:buClr>
                <a:schemeClr val="dk1"/>
              </a:buClr>
              <a:buSzPts val="1100"/>
              <a:buAutoNum type="arabicPeriod"/>
            </a:pPr>
            <a:r>
              <a:rPr lang="en" sz="1100">
                <a:solidFill>
                  <a:schemeClr val="dk1"/>
                </a:solidFill>
              </a:rPr>
              <a:t>The </a:t>
            </a:r>
            <a:r>
              <a:rPr b="1" lang="en" sz="1100">
                <a:solidFill>
                  <a:schemeClr val="dk1"/>
                </a:solidFill>
              </a:rPr>
              <a:t>Context API</a:t>
            </a:r>
            <a:r>
              <a:rPr lang="en" sz="1100">
                <a:solidFill>
                  <a:schemeClr val="dk1"/>
                </a:solidFill>
              </a:rPr>
              <a:t> lets us share data </a:t>
            </a:r>
            <a:r>
              <a:rPr b="1" lang="en" sz="1100">
                <a:solidFill>
                  <a:schemeClr val="dk1"/>
                </a:solidFill>
              </a:rPr>
              <a:t>without prop drilling</a:t>
            </a:r>
            <a:r>
              <a:rPr lang="en" sz="1100">
                <a:solidFill>
                  <a:schemeClr val="dk1"/>
                </a:solidFill>
              </a:rPr>
              <a:t>, by providing a global “store” accessible from any component.</a:t>
            </a:r>
            <a:endParaRPr sz="1100">
              <a:solidFill>
                <a:schemeClr val="dk1"/>
              </a:solidFill>
            </a:endParaRPr>
          </a:p>
        </p:txBody>
      </p:sp>
      <p:sp>
        <p:nvSpPr>
          <p:cNvPr id="77" name="Google Shape;77;p14"/>
          <p:cNvSpPr txBox="1"/>
          <p:nvPr/>
        </p:nvSpPr>
        <p:spPr>
          <a:xfrm>
            <a:off x="448025" y="2571750"/>
            <a:ext cx="5476200" cy="1830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rPr b="1" lang="en" sz="1100">
                <a:solidFill>
                  <a:schemeClr val="dk1"/>
                </a:solidFill>
              </a:rPr>
              <a:t>Key Terms:</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sz="1100">
                <a:solidFill>
                  <a:schemeClr val="dk1"/>
                </a:solidFill>
              </a:rPr>
              <a:t>Provider:</a:t>
            </a:r>
            <a:r>
              <a:rPr lang="en" sz="1100">
                <a:solidFill>
                  <a:schemeClr val="dk1"/>
                </a:solidFill>
              </a:rPr>
              <a:t> Supplies the data (state or function).</a:t>
            </a:r>
            <a:br>
              <a:rPr lang="en"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Consumer:</a:t>
            </a:r>
            <a:r>
              <a:rPr lang="en" sz="1100">
                <a:solidFill>
                  <a:schemeClr val="dk1"/>
                </a:solidFill>
              </a:rPr>
              <a:t> Reads or uses that data.</a:t>
            </a:r>
            <a:br>
              <a:rPr lang="en"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chemeClr val="dk1"/>
                </a:solidFill>
              </a:rPr>
              <a:t>Context Object:</a:t>
            </a:r>
            <a:r>
              <a:rPr lang="en" sz="1100">
                <a:solidFill>
                  <a:schemeClr val="dk1"/>
                </a:solidFill>
              </a:rPr>
              <a:t> Created with </a:t>
            </a:r>
            <a:r>
              <a:rPr lang="en" sz="1100">
                <a:solidFill>
                  <a:srgbClr val="188038"/>
                </a:solidFill>
                <a:latin typeface="Roboto Mono"/>
                <a:ea typeface="Roboto Mono"/>
                <a:cs typeface="Roboto Mono"/>
                <a:sym typeface="Roboto Mono"/>
              </a:rPr>
              <a:t>React.createContext()</a:t>
            </a:r>
            <a:r>
              <a:rPr lang="en" sz="1100">
                <a:solidFill>
                  <a:schemeClr val="dk1"/>
                </a:solidFill>
              </a:rPr>
              <a:t>.</a:t>
            </a:r>
            <a:endParaRPr sz="1100">
              <a:solidFill>
                <a:schemeClr val="dk1"/>
              </a:solidFill>
            </a:endParaRPr>
          </a:p>
          <a:p>
            <a:pPr indent="0" lvl="0" marL="0" rtl="0" algn="l">
              <a:spcBef>
                <a:spcPts val="1200"/>
              </a:spcBef>
              <a:spcAft>
                <a:spcPts val="0"/>
              </a:spcAft>
              <a:buNone/>
            </a:pPr>
            <a:r>
              <a:t/>
            </a:r>
            <a:endParaRPr b="1" sz="1100">
              <a:latin typeface="Tahoma"/>
              <a:ea typeface="Tahoma"/>
              <a:cs typeface="Tahoma"/>
              <a:sym typeface="Tahom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5"/>
          <p:cNvSpPr txBox="1"/>
          <p:nvPr>
            <p:ph type="ctrTitle"/>
          </p:nvPr>
        </p:nvSpPr>
        <p:spPr>
          <a:xfrm>
            <a:off x="264425" y="208500"/>
            <a:ext cx="6858000" cy="357300"/>
          </a:xfrm>
          <a:prstGeom prst="rect">
            <a:avLst/>
          </a:prstGeom>
        </p:spPr>
        <p:txBody>
          <a:bodyPr anchorCtr="0" anchor="t" bIns="91425" lIns="0" spcFirstLastPara="1" rIns="91425" wrap="square" tIns="0">
            <a:noAutofit/>
          </a:bodyPr>
          <a:lstStyle/>
          <a:p>
            <a:pPr indent="0" lvl="0" marL="0" rtl="0" algn="l">
              <a:lnSpc>
                <a:spcPct val="115000"/>
              </a:lnSpc>
              <a:spcBef>
                <a:spcPts val="1400"/>
              </a:spcBef>
              <a:spcAft>
                <a:spcPts val="400"/>
              </a:spcAft>
              <a:buClr>
                <a:schemeClr val="dk1"/>
              </a:buClr>
              <a:buSzPts val="1100"/>
              <a:buFont typeface="Arial"/>
              <a:buNone/>
            </a:pPr>
            <a:r>
              <a:rPr lang="en" sz="1800">
                <a:latin typeface="Arial"/>
                <a:ea typeface="Arial"/>
                <a:cs typeface="Arial"/>
                <a:sym typeface="Arial"/>
              </a:rPr>
              <a:t>Context API</a:t>
            </a:r>
            <a:endParaRPr/>
          </a:p>
        </p:txBody>
      </p:sp>
      <p:pic>
        <p:nvPicPr>
          <p:cNvPr id="83" name="Google Shape;83;p15" title="ChatGPT Image Nov 10, 2025, 11_47_04 AM.png"/>
          <p:cNvPicPr preferRelativeResize="0"/>
          <p:nvPr/>
        </p:nvPicPr>
        <p:blipFill>
          <a:blip r:embed="rId3">
            <a:alphaModFix/>
          </a:blip>
          <a:stretch>
            <a:fillRect/>
          </a:stretch>
        </p:blipFill>
        <p:spPr>
          <a:xfrm>
            <a:off x="152400" y="718200"/>
            <a:ext cx="6409352" cy="427290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6"/>
          <p:cNvSpPr txBox="1"/>
          <p:nvPr>
            <p:ph type="ctrTitle"/>
          </p:nvPr>
        </p:nvSpPr>
        <p:spPr>
          <a:xfrm>
            <a:off x="264425" y="208500"/>
            <a:ext cx="6858000" cy="357300"/>
          </a:xfrm>
          <a:prstGeom prst="rect">
            <a:avLst/>
          </a:prstGeom>
          <a:noFill/>
          <a:ln>
            <a:noFill/>
          </a:ln>
        </p:spPr>
        <p:txBody>
          <a:bodyPr anchorCtr="0" anchor="t" bIns="91425" lIns="0" spcFirstLastPara="1" rIns="91425" wrap="square" tIns="0">
            <a:noAutofit/>
          </a:bodyPr>
          <a:lstStyle/>
          <a:p>
            <a:pPr indent="0" lvl="0" marL="0" rtl="0" algn="l">
              <a:lnSpc>
                <a:spcPct val="115000"/>
              </a:lnSpc>
              <a:spcBef>
                <a:spcPts val="1400"/>
              </a:spcBef>
              <a:spcAft>
                <a:spcPts val="0"/>
              </a:spcAft>
              <a:buClr>
                <a:schemeClr val="dk1"/>
              </a:buClr>
              <a:buSzPts val="1100"/>
              <a:buFont typeface="Arial"/>
              <a:buNone/>
            </a:pPr>
            <a:r>
              <a:rPr lang="en" sz="1800">
                <a:latin typeface="Arial"/>
                <a:ea typeface="Arial"/>
                <a:cs typeface="Arial"/>
                <a:sym typeface="Arial"/>
              </a:rPr>
              <a:t>Example Code: Cart Context</a:t>
            </a:r>
            <a:endParaRPr sz="1800">
              <a:latin typeface="Arial"/>
              <a:ea typeface="Arial"/>
              <a:cs typeface="Arial"/>
              <a:sym typeface="Arial"/>
            </a:endParaRPr>
          </a:p>
          <a:p>
            <a:pPr indent="0" lvl="0" marL="0" rtl="0" algn="l">
              <a:lnSpc>
                <a:spcPct val="90000"/>
              </a:lnSpc>
              <a:spcBef>
                <a:spcPts val="400"/>
              </a:spcBef>
              <a:spcAft>
                <a:spcPts val="0"/>
              </a:spcAft>
              <a:buSzPts val="2100"/>
              <a:buNone/>
            </a:pPr>
            <a:r>
              <a:t/>
            </a:r>
            <a:endParaRPr sz="1800"/>
          </a:p>
        </p:txBody>
      </p:sp>
      <p:sp>
        <p:nvSpPr>
          <p:cNvPr id="89" name="Google Shape;89;p16"/>
          <p:cNvSpPr txBox="1"/>
          <p:nvPr/>
        </p:nvSpPr>
        <p:spPr>
          <a:xfrm>
            <a:off x="281225" y="784475"/>
            <a:ext cx="8310900" cy="291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90" name="Google Shape;90;p16"/>
          <p:cNvPicPr preferRelativeResize="0"/>
          <p:nvPr/>
        </p:nvPicPr>
        <p:blipFill>
          <a:blip r:embed="rId3">
            <a:alphaModFix/>
          </a:blip>
          <a:stretch>
            <a:fillRect/>
          </a:stretch>
        </p:blipFill>
        <p:spPr>
          <a:xfrm>
            <a:off x="330825" y="742950"/>
            <a:ext cx="7221389" cy="44005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7"/>
          <p:cNvSpPr txBox="1"/>
          <p:nvPr>
            <p:ph type="ctrTitle"/>
          </p:nvPr>
        </p:nvSpPr>
        <p:spPr>
          <a:xfrm>
            <a:off x="264425" y="208500"/>
            <a:ext cx="6858000" cy="357300"/>
          </a:xfrm>
          <a:prstGeom prst="rect">
            <a:avLst/>
          </a:prstGeom>
          <a:noFill/>
          <a:ln>
            <a:noFill/>
          </a:ln>
        </p:spPr>
        <p:txBody>
          <a:bodyPr anchorCtr="0" anchor="t" bIns="91425" lIns="0" spcFirstLastPara="1" rIns="91425" wrap="square" tIns="0">
            <a:noAutofit/>
          </a:bodyPr>
          <a:lstStyle/>
          <a:p>
            <a:pPr indent="0" lvl="0" marL="0" rtl="0" algn="l">
              <a:lnSpc>
                <a:spcPct val="115000"/>
              </a:lnSpc>
              <a:spcBef>
                <a:spcPts val="1400"/>
              </a:spcBef>
              <a:spcAft>
                <a:spcPts val="0"/>
              </a:spcAft>
              <a:buClr>
                <a:schemeClr val="dk1"/>
              </a:buClr>
              <a:buSzPts val="1100"/>
              <a:buFont typeface="Arial"/>
              <a:buNone/>
            </a:pPr>
            <a:r>
              <a:rPr lang="en" sz="1800">
                <a:latin typeface="Arial"/>
                <a:ea typeface="Arial"/>
                <a:cs typeface="Arial"/>
                <a:sym typeface="Arial"/>
              </a:rPr>
              <a:t>Example Code: Cart Context</a:t>
            </a:r>
            <a:endParaRPr sz="1800">
              <a:latin typeface="Arial"/>
              <a:ea typeface="Arial"/>
              <a:cs typeface="Arial"/>
              <a:sym typeface="Arial"/>
            </a:endParaRPr>
          </a:p>
          <a:p>
            <a:pPr indent="0" lvl="0" marL="0" rtl="0" algn="l">
              <a:spcBef>
                <a:spcPts val="400"/>
              </a:spcBef>
              <a:spcAft>
                <a:spcPts val="0"/>
              </a:spcAft>
              <a:buClr>
                <a:schemeClr val="dk1"/>
              </a:buClr>
              <a:buSzPts val="2100"/>
              <a:buFont typeface="Arial"/>
              <a:buNone/>
            </a:pPr>
            <a:r>
              <a:t/>
            </a:r>
            <a:endParaRPr sz="1800"/>
          </a:p>
          <a:p>
            <a:pPr indent="0" lvl="0" marL="0" rtl="0" algn="l">
              <a:spcBef>
                <a:spcPts val="0"/>
              </a:spcBef>
              <a:spcAft>
                <a:spcPts val="0"/>
              </a:spcAft>
              <a:buSzPts val="1100"/>
              <a:buNone/>
            </a:pPr>
            <a:r>
              <a:t/>
            </a:r>
            <a:endParaRPr/>
          </a:p>
        </p:txBody>
      </p:sp>
      <p:sp>
        <p:nvSpPr>
          <p:cNvPr id="96" name="Google Shape;96;p17"/>
          <p:cNvSpPr txBox="1"/>
          <p:nvPr/>
        </p:nvSpPr>
        <p:spPr>
          <a:xfrm>
            <a:off x="407700" y="865150"/>
            <a:ext cx="8328600" cy="400200"/>
          </a:xfrm>
          <a:prstGeom prst="rect">
            <a:avLst/>
          </a:prstGeom>
          <a:noFill/>
          <a:ln>
            <a:noFill/>
          </a:ln>
        </p:spPr>
        <p:txBody>
          <a:bodyPr anchorCtr="0" anchor="t" bIns="91425" lIns="91425" spcFirstLastPara="1" rIns="91425" wrap="square" tIns="91425">
            <a:spAutoFit/>
          </a:bodyPr>
          <a:lstStyle/>
          <a:p>
            <a:pPr indent="0" lvl="0" marL="457200" rtl="0" algn="l">
              <a:spcBef>
                <a:spcPts val="0"/>
              </a:spcBef>
              <a:spcAft>
                <a:spcPts val="0"/>
              </a:spcAft>
              <a:buNone/>
            </a:pPr>
            <a:r>
              <a:t/>
            </a:r>
            <a:endParaRPr>
              <a:latin typeface="Tahoma"/>
              <a:ea typeface="Tahoma"/>
              <a:cs typeface="Tahoma"/>
              <a:sym typeface="Tahoma"/>
            </a:endParaRPr>
          </a:p>
        </p:txBody>
      </p:sp>
      <p:sp>
        <p:nvSpPr>
          <p:cNvPr id="97" name="Google Shape;97;p17"/>
          <p:cNvSpPr txBox="1"/>
          <p:nvPr/>
        </p:nvSpPr>
        <p:spPr>
          <a:xfrm>
            <a:off x="446850" y="2800350"/>
            <a:ext cx="8328600" cy="3540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t/>
            </a:r>
            <a:endParaRPr b="1" sz="1100">
              <a:latin typeface="Tahoma"/>
              <a:ea typeface="Tahoma"/>
              <a:cs typeface="Tahoma"/>
              <a:sym typeface="Tahoma"/>
            </a:endParaRPr>
          </a:p>
        </p:txBody>
      </p:sp>
      <p:pic>
        <p:nvPicPr>
          <p:cNvPr id="98" name="Google Shape;98;p17"/>
          <p:cNvPicPr preferRelativeResize="0"/>
          <p:nvPr/>
        </p:nvPicPr>
        <p:blipFill>
          <a:blip r:embed="rId3">
            <a:alphaModFix/>
          </a:blip>
          <a:stretch>
            <a:fillRect/>
          </a:stretch>
        </p:blipFill>
        <p:spPr>
          <a:xfrm>
            <a:off x="152400" y="862974"/>
            <a:ext cx="8502301" cy="38747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18"/>
          <p:cNvSpPr txBox="1"/>
          <p:nvPr>
            <p:ph type="ctrTitle"/>
          </p:nvPr>
        </p:nvSpPr>
        <p:spPr>
          <a:xfrm>
            <a:off x="264425" y="208500"/>
            <a:ext cx="6858000" cy="357300"/>
          </a:xfrm>
          <a:prstGeom prst="rect">
            <a:avLst/>
          </a:prstGeom>
          <a:noFill/>
          <a:ln>
            <a:noFill/>
          </a:ln>
        </p:spPr>
        <p:txBody>
          <a:bodyPr anchorCtr="0" anchor="t" bIns="91425" lIns="0" spcFirstLastPara="1" rIns="91425" wrap="square" tIns="0">
            <a:noAutofit/>
          </a:bodyPr>
          <a:lstStyle/>
          <a:p>
            <a:pPr indent="0" lvl="0" marL="0" rtl="0" algn="l">
              <a:lnSpc>
                <a:spcPct val="115000"/>
              </a:lnSpc>
              <a:spcBef>
                <a:spcPts val="1400"/>
              </a:spcBef>
              <a:spcAft>
                <a:spcPts val="0"/>
              </a:spcAft>
              <a:buClr>
                <a:schemeClr val="dk1"/>
              </a:buClr>
              <a:buSzPts val="1100"/>
              <a:buFont typeface="Arial"/>
              <a:buNone/>
            </a:pPr>
            <a:r>
              <a:rPr lang="en" sz="1800">
                <a:latin typeface="Arial"/>
                <a:ea typeface="Arial"/>
                <a:cs typeface="Arial"/>
                <a:sym typeface="Arial"/>
              </a:rPr>
              <a:t>Example Code: Cart Context</a:t>
            </a:r>
            <a:endParaRPr sz="1800">
              <a:latin typeface="Arial"/>
              <a:ea typeface="Arial"/>
              <a:cs typeface="Arial"/>
              <a:sym typeface="Arial"/>
            </a:endParaRPr>
          </a:p>
          <a:p>
            <a:pPr indent="0" lvl="0" marL="0" rtl="0" algn="l">
              <a:spcBef>
                <a:spcPts val="400"/>
              </a:spcBef>
              <a:spcAft>
                <a:spcPts val="0"/>
              </a:spcAft>
              <a:buClr>
                <a:schemeClr val="dk1"/>
              </a:buClr>
              <a:buSzPts val="2100"/>
              <a:buFont typeface="Arial"/>
              <a:buNone/>
            </a:pPr>
            <a:r>
              <a:t/>
            </a:r>
            <a:endParaRPr sz="1800"/>
          </a:p>
          <a:p>
            <a:pPr indent="0" lvl="0" marL="0" rtl="0" algn="l">
              <a:spcBef>
                <a:spcPts val="0"/>
              </a:spcBef>
              <a:spcAft>
                <a:spcPts val="0"/>
              </a:spcAft>
              <a:buClr>
                <a:schemeClr val="dk1"/>
              </a:buClr>
              <a:buSzPts val="1100"/>
              <a:buFont typeface="Arial"/>
              <a:buNone/>
            </a:pPr>
            <a:r>
              <a:t/>
            </a:r>
            <a:endParaRPr/>
          </a:p>
          <a:p>
            <a:pPr indent="0" lvl="0" marL="0" rtl="0" algn="l">
              <a:lnSpc>
                <a:spcPct val="90000"/>
              </a:lnSpc>
              <a:spcBef>
                <a:spcPts val="0"/>
              </a:spcBef>
              <a:spcAft>
                <a:spcPts val="0"/>
              </a:spcAft>
              <a:buSzPts val="2100"/>
              <a:buNone/>
            </a:pPr>
            <a:r>
              <a:t/>
            </a:r>
            <a:endParaRPr/>
          </a:p>
        </p:txBody>
      </p:sp>
      <p:pic>
        <p:nvPicPr>
          <p:cNvPr id="104" name="Google Shape;104;p18"/>
          <p:cNvPicPr preferRelativeResize="0"/>
          <p:nvPr/>
        </p:nvPicPr>
        <p:blipFill>
          <a:blip r:embed="rId3">
            <a:alphaModFix/>
          </a:blip>
          <a:stretch>
            <a:fillRect/>
          </a:stretch>
        </p:blipFill>
        <p:spPr>
          <a:xfrm>
            <a:off x="135375" y="824225"/>
            <a:ext cx="4602724" cy="423597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9"/>
          <p:cNvSpPr txBox="1"/>
          <p:nvPr>
            <p:ph type="ctrTitle"/>
          </p:nvPr>
        </p:nvSpPr>
        <p:spPr>
          <a:xfrm>
            <a:off x="264425" y="208500"/>
            <a:ext cx="6858000" cy="357300"/>
          </a:xfrm>
          <a:prstGeom prst="rect">
            <a:avLst/>
          </a:prstGeom>
          <a:noFill/>
          <a:ln>
            <a:noFill/>
          </a:ln>
        </p:spPr>
        <p:txBody>
          <a:bodyPr anchorCtr="0" anchor="t" bIns="91425" lIns="0" spcFirstLastPara="1" rIns="91425" wrap="square" tIns="0">
            <a:noAutofit/>
          </a:bodyPr>
          <a:lstStyle/>
          <a:p>
            <a:pPr indent="0" lvl="0" marL="0" rtl="0" algn="l">
              <a:lnSpc>
                <a:spcPct val="100000"/>
              </a:lnSpc>
              <a:spcBef>
                <a:spcPts val="0"/>
              </a:spcBef>
              <a:spcAft>
                <a:spcPts val="0"/>
              </a:spcAft>
              <a:buClr>
                <a:schemeClr val="dk1"/>
              </a:buClr>
              <a:buSzPts val="810"/>
              <a:buFont typeface="Calibri"/>
              <a:buNone/>
            </a:pPr>
            <a:r>
              <a:rPr lang="en" sz="2000">
                <a:latin typeface="Calibri"/>
                <a:ea typeface="Calibri"/>
                <a:cs typeface="Calibri"/>
                <a:sym typeface="Calibri"/>
              </a:rPr>
              <a:t>Pros &amp; Cons of Context API</a:t>
            </a:r>
            <a:endParaRPr sz="2000">
              <a:latin typeface="Calibri"/>
              <a:ea typeface="Calibri"/>
              <a:cs typeface="Calibri"/>
              <a:sym typeface="Calibri"/>
            </a:endParaRPr>
          </a:p>
          <a:p>
            <a:pPr indent="0" lvl="0" marL="0" rtl="0" algn="l">
              <a:lnSpc>
                <a:spcPct val="90000"/>
              </a:lnSpc>
              <a:spcBef>
                <a:spcPts val="0"/>
              </a:spcBef>
              <a:spcAft>
                <a:spcPts val="0"/>
              </a:spcAft>
              <a:buSzPts val="2100"/>
              <a:buNone/>
            </a:pPr>
            <a:r>
              <a:t/>
            </a:r>
            <a:endParaRPr sz="2000"/>
          </a:p>
        </p:txBody>
      </p:sp>
      <p:sp>
        <p:nvSpPr>
          <p:cNvPr id="110" name="Google Shape;110;p19"/>
          <p:cNvSpPr txBox="1"/>
          <p:nvPr/>
        </p:nvSpPr>
        <p:spPr>
          <a:xfrm>
            <a:off x="290400" y="990075"/>
            <a:ext cx="8563200" cy="3796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1200"/>
              </a:spcBef>
              <a:spcAft>
                <a:spcPts val="0"/>
              </a:spcAft>
              <a:buClr>
                <a:schemeClr val="dk1"/>
              </a:buClr>
              <a:buSzPts val="1100"/>
              <a:buFont typeface="Arial"/>
              <a:buNone/>
            </a:pPr>
            <a:r>
              <a:rPr lang="en" sz="2400">
                <a:solidFill>
                  <a:schemeClr val="dk1"/>
                </a:solidFill>
                <a:latin typeface="Calibri"/>
                <a:ea typeface="Calibri"/>
                <a:cs typeface="Calibri"/>
                <a:sym typeface="Calibri"/>
              </a:rPr>
              <a:t>✅ Pros:</a:t>
            </a:r>
            <a:endParaRPr sz="2400">
              <a:solidFill>
                <a:schemeClr val="dk1"/>
              </a:solidFill>
              <a:latin typeface="Calibri"/>
              <a:ea typeface="Calibri"/>
              <a:cs typeface="Calibri"/>
              <a:sym typeface="Calibri"/>
            </a:endParaRPr>
          </a:p>
          <a:p>
            <a:pPr indent="-298450" lvl="0" marL="457200" rtl="0" algn="l">
              <a:lnSpc>
                <a:spcPct val="115000"/>
              </a:lnSpc>
              <a:spcBef>
                <a:spcPts val="1200"/>
              </a:spcBef>
              <a:spcAft>
                <a:spcPts val="0"/>
              </a:spcAft>
              <a:buClr>
                <a:schemeClr val="dk1"/>
              </a:buClr>
              <a:buSzPts val="1100"/>
              <a:buChar char="●"/>
            </a:pPr>
            <a:r>
              <a:rPr lang="en" sz="2400">
                <a:solidFill>
                  <a:schemeClr val="dk1"/>
                </a:solidFill>
                <a:latin typeface="Calibri"/>
                <a:ea typeface="Calibri"/>
                <a:cs typeface="Calibri"/>
                <a:sym typeface="Calibri"/>
              </a:rPr>
              <a:t>Eliminates prop drilling</a:t>
            </a:r>
            <a:endParaRPr sz="24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Char char="●"/>
            </a:pPr>
            <a:r>
              <a:rPr lang="en" sz="2400">
                <a:solidFill>
                  <a:schemeClr val="dk1"/>
                </a:solidFill>
                <a:latin typeface="Calibri"/>
                <a:ea typeface="Calibri"/>
                <a:cs typeface="Calibri"/>
                <a:sym typeface="Calibri"/>
              </a:rPr>
              <a:t>Built-in React feature (no external library)</a:t>
            </a:r>
            <a:endParaRPr sz="2400">
              <a:solidFill>
                <a:schemeClr val="dk1"/>
              </a:solidFill>
              <a:latin typeface="Calibri"/>
              <a:ea typeface="Calibri"/>
              <a:cs typeface="Calibri"/>
              <a:sym typeface="Calibri"/>
            </a:endParaRPr>
          </a:p>
          <a:p>
            <a:pPr indent="0" lvl="0" marL="0" rtl="0" algn="l">
              <a:lnSpc>
                <a:spcPct val="115000"/>
              </a:lnSpc>
              <a:spcBef>
                <a:spcPts val="1200"/>
              </a:spcBef>
              <a:spcAft>
                <a:spcPts val="0"/>
              </a:spcAft>
              <a:buClr>
                <a:schemeClr val="dk1"/>
              </a:buClr>
              <a:buSzPts val="1100"/>
              <a:buFont typeface="Arial"/>
              <a:buNone/>
            </a:pPr>
            <a:r>
              <a:rPr lang="en" sz="2400">
                <a:solidFill>
                  <a:schemeClr val="dk1"/>
                </a:solidFill>
                <a:latin typeface="Calibri"/>
                <a:ea typeface="Calibri"/>
                <a:cs typeface="Calibri"/>
                <a:sym typeface="Calibri"/>
              </a:rPr>
              <a:t>❌ Cons:</a:t>
            </a:r>
            <a:endParaRPr sz="2400">
              <a:solidFill>
                <a:schemeClr val="dk1"/>
              </a:solidFill>
              <a:latin typeface="Calibri"/>
              <a:ea typeface="Calibri"/>
              <a:cs typeface="Calibri"/>
              <a:sym typeface="Calibri"/>
            </a:endParaRPr>
          </a:p>
          <a:p>
            <a:pPr indent="-298450" lvl="0" marL="457200" rtl="0" algn="l">
              <a:lnSpc>
                <a:spcPct val="115000"/>
              </a:lnSpc>
              <a:spcBef>
                <a:spcPts val="1200"/>
              </a:spcBef>
              <a:spcAft>
                <a:spcPts val="0"/>
              </a:spcAft>
              <a:buClr>
                <a:schemeClr val="dk1"/>
              </a:buClr>
              <a:buSzPts val="1100"/>
              <a:buChar char="●"/>
            </a:pPr>
            <a:r>
              <a:rPr lang="en" sz="2400">
                <a:solidFill>
                  <a:schemeClr val="dk1"/>
                </a:solidFill>
                <a:latin typeface="Calibri"/>
                <a:ea typeface="Calibri"/>
                <a:cs typeface="Calibri"/>
                <a:sym typeface="Calibri"/>
              </a:rPr>
              <a:t>Performance issues with frequent updates</a:t>
            </a:r>
            <a:endParaRPr sz="2400">
              <a:solidFill>
                <a:schemeClr val="dk1"/>
              </a:solidFill>
              <a:latin typeface="Calibri"/>
              <a:ea typeface="Calibri"/>
              <a:cs typeface="Calibri"/>
              <a:sym typeface="Calibri"/>
            </a:endParaRPr>
          </a:p>
          <a:p>
            <a:pPr indent="-298450" lvl="0" marL="457200" rtl="0" algn="l">
              <a:lnSpc>
                <a:spcPct val="115000"/>
              </a:lnSpc>
              <a:spcBef>
                <a:spcPts val="0"/>
              </a:spcBef>
              <a:spcAft>
                <a:spcPts val="0"/>
              </a:spcAft>
              <a:buClr>
                <a:schemeClr val="dk1"/>
              </a:buClr>
              <a:buSzPts val="1100"/>
              <a:buChar char="●"/>
            </a:pPr>
            <a:r>
              <a:rPr lang="en" sz="2400">
                <a:solidFill>
                  <a:schemeClr val="dk1"/>
                </a:solidFill>
                <a:latin typeface="Calibri"/>
                <a:ea typeface="Calibri"/>
                <a:cs typeface="Calibri"/>
                <a:sym typeface="Calibri"/>
              </a:rPr>
              <a:t>Not ideal for complex state management (Consider Redux for that)</a:t>
            </a:r>
            <a:endParaRPr sz="2400">
              <a:solidFill>
                <a:schemeClr val="dk1"/>
              </a:solidFill>
              <a:latin typeface="Calibri"/>
              <a:ea typeface="Calibri"/>
              <a:cs typeface="Calibri"/>
              <a:sym typeface="Calibri"/>
            </a:endParaRPr>
          </a:p>
          <a:p>
            <a:pPr indent="0" lvl="0" marL="0" marR="0" rtl="0" algn="just">
              <a:lnSpc>
                <a:spcPct val="115000"/>
              </a:lnSpc>
              <a:spcBef>
                <a:spcPts val="1200"/>
              </a:spcBef>
              <a:spcAft>
                <a:spcPts val="0"/>
              </a:spcAft>
              <a:buNone/>
            </a:pPr>
            <a:r>
              <a:t/>
            </a:r>
            <a:endParaRPr b="1" sz="11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0"/>
          <p:cNvSpPr txBox="1"/>
          <p:nvPr>
            <p:ph type="ctrTitle"/>
          </p:nvPr>
        </p:nvSpPr>
        <p:spPr>
          <a:xfrm>
            <a:off x="264425" y="208500"/>
            <a:ext cx="6858000" cy="357300"/>
          </a:xfrm>
          <a:prstGeom prst="rect">
            <a:avLst/>
          </a:prstGeom>
          <a:noFill/>
          <a:ln>
            <a:noFill/>
          </a:ln>
        </p:spPr>
        <p:txBody>
          <a:bodyPr anchorCtr="0" anchor="t" bIns="91425" lIns="0" spcFirstLastPara="1" rIns="91425" wrap="square" tIns="0">
            <a:noAutofit/>
          </a:bodyPr>
          <a:lstStyle/>
          <a:p>
            <a:pPr indent="0" lvl="0" marL="0" rtl="0" algn="l">
              <a:lnSpc>
                <a:spcPct val="100000"/>
              </a:lnSpc>
              <a:spcBef>
                <a:spcPts val="0"/>
              </a:spcBef>
              <a:spcAft>
                <a:spcPts val="0"/>
              </a:spcAft>
              <a:buClr>
                <a:schemeClr val="dk1"/>
              </a:buClr>
              <a:buSzPts val="990"/>
              <a:buFont typeface="Arial"/>
              <a:buNone/>
            </a:pPr>
            <a:r>
              <a:rPr lang="en" sz="1800">
                <a:latin typeface="Arial"/>
                <a:ea typeface="Arial"/>
                <a:cs typeface="Arial"/>
                <a:sym typeface="Arial"/>
              </a:rPr>
              <a:t>What is useRef? </a:t>
            </a:r>
            <a:endParaRPr sz="1800">
              <a:latin typeface="Arial"/>
              <a:ea typeface="Arial"/>
              <a:cs typeface="Arial"/>
              <a:sym typeface="Arial"/>
            </a:endParaRPr>
          </a:p>
          <a:p>
            <a:pPr indent="0" lvl="0" marL="0" rtl="0" algn="l">
              <a:spcBef>
                <a:spcPts val="0"/>
              </a:spcBef>
              <a:spcAft>
                <a:spcPts val="0"/>
              </a:spcAft>
              <a:buSzPts val="1100"/>
              <a:buNone/>
            </a:pPr>
            <a:r>
              <a:t/>
            </a:r>
            <a:endParaRPr/>
          </a:p>
        </p:txBody>
      </p:sp>
      <p:sp>
        <p:nvSpPr>
          <p:cNvPr id="116" name="Google Shape;116;p20"/>
          <p:cNvSpPr txBox="1"/>
          <p:nvPr/>
        </p:nvSpPr>
        <p:spPr>
          <a:xfrm>
            <a:off x="228600" y="884200"/>
            <a:ext cx="7434300" cy="4510800"/>
          </a:xfrm>
          <a:prstGeom prst="rect">
            <a:avLst/>
          </a:prstGeom>
          <a:noFill/>
          <a:ln>
            <a:noFill/>
          </a:ln>
        </p:spPr>
        <p:txBody>
          <a:bodyPr anchorCtr="0" anchor="t" bIns="91425" lIns="91425" spcFirstLastPara="1" rIns="91425" wrap="square" tIns="91425">
            <a:spAutoFit/>
          </a:bodyPr>
          <a:lstStyle/>
          <a:p>
            <a:pPr indent="-317500" lvl="0" marL="457200" rtl="0" algn="l">
              <a:spcBef>
                <a:spcPts val="0"/>
              </a:spcBef>
              <a:spcAft>
                <a:spcPts val="0"/>
              </a:spcAft>
              <a:buClr>
                <a:schemeClr val="dk1"/>
              </a:buClr>
              <a:buSzPts val="1400"/>
              <a:buChar char="❖"/>
            </a:pPr>
            <a:r>
              <a:rPr lang="en">
                <a:solidFill>
                  <a:schemeClr val="dk1"/>
                </a:solidFill>
              </a:rPr>
              <a:t>The useRef hook allows you to persist value between renders</a:t>
            </a:r>
            <a:endParaRPr>
              <a:solidFill>
                <a:schemeClr val="dk1"/>
              </a:solidFill>
            </a:endParaRPr>
          </a:p>
          <a:p>
            <a:pPr indent="0" lvl="0" marL="457200" rtl="0" algn="l">
              <a:spcBef>
                <a:spcPts val="0"/>
              </a:spcBef>
              <a:spcAft>
                <a:spcPts val="0"/>
              </a:spcAft>
              <a:buClr>
                <a:schemeClr val="dk1"/>
              </a:buClr>
              <a:buSzPts val="1100"/>
              <a:buFont typeface="Arial"/>
              <a:buNone/>
            </a:pPr>
            <a:r>
              <a:t/>
            </a:r>
            <a:endParaRPr>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rPr>
              <a:t>It can be used to store values that when updated doesn’t cause re-render.</a:t>
            </a:r>
            <a:endParaRPr>
              <a:solidFill>
                <a:schemeClr val="dk1"/>
              </a:solidFill>
            </a:endParaRPr>
          </a:p>
          <a:p>
            <a:pPr indent="0" lvl="0" marL="457200" rtl="0" algn="l">
              <a:spcBef>
                <a:spcPts val="0"/>
              </a:spcBef>
              <a:spcAft>
                <a:spcPts val="0"/>
              </a:spcAft>
              <a:buClr>
                <a:schemeClr val="dk1"/>
              </a:buClr>
              <a:buSzPts val="1100"/>
              <a:buFont typeface="Arial"/>
              <a:buNone/>
            </a:pPr>
            <a:r>
              <a:t/>
            </a:r>
            <a:endParaRPr>
              <a:solidFill>
                <a:schemeClr val="dk1"/>
              </a:solidFill>
            </a:endParaRPr>
          </a:p>
          <a:p>
            <a:pPr indent="-317500" lvl="0" marL="457200" rtl="0" algn="l">
              <a:spcBef>
                <a:spcPts val="0"/>
              </a:spcBef>
              <a:spcAft>
                <a:spcPts val="0"/>
              </a:spcAft>
              <a:buClr>
                <a:schemeClr val="dk1"/>
              </a:buClr>
              <a:buSzPts val="1400"/>
              <a:buChar char="❖"/>
            </a:pPr>
            <a:r>
              <a:rPr lang="en">
                <a:solidFill>
                  <a:schemeClr val="dk1"/>
                </a:solidFill>
              </a:rPr>
              <a:t>The useRef is used to directly access a dom element</a:t>
            </a:r>
            <a:endParaRPr>
              <a:solidFill>
                <a:schemeClr val="dk1"/>
              </a:solidFill>
            </a:endParaRPr>
          </a:p>
          <a:p>
            <a:pPr indent="0" lvl="0" marL="457200" rtl="0" algn="l">
              <a:spcBef>
                <a:spcPts val="0"/>
              </a:spcBef>
              <a:spcAft>
                <a:spcPts val="0"/>
              </a:spcAft>
              <a:buClr>
                <a:schemeClr val="dk1"/>
              </a:buClr>
              <a:buSzPts val="1100"/>
              <a:buFont typeface="Arial"/>
              <a:buNone/>
            </a:pPr>
            <a:r>
              <a:t/>
            </a:r>
            <a:endParaRPr>
              <a:solidFill>
                <a:schemeClr val="dk1"/>
              </a:solidFill>
            </a:endParaRPr>
          </a:p>
          <a:p>
            <a:pPr indent="-317500" lvl="0" marL="457200" rtl="0" algn="l">
              <a:spcBef>
                <a:spcPts val="0"/>
              </a:spcBef>
              <a:spcAft>
                <a:spcPts val="0"/>
              </a:spcAft>
              <a:buClr>
                <a:schemeClr val="dk1"/>
              </a:buClr>
              <a:buSzPts val="1400"/>
              <a:buChar char="❖"/>
            </a:pPr>
            <a:r>
              <a:rPr lang="en">
                <a:solidFill>
                  <a:srgbClr val="DC143C"/>
                </a:solidFill>
              </a:rPr>
              <a:t>useRef()</a:t>
            </a:r>
            <a:r>
              <a:rPr lang="en">
                <a:solidFill>
                  <a:schemeClr val="dk1"/>
                </a:solidFill>
                <a:highlight>
                  <a:schemeClr val="lt1"/>
                </a:highlight>
              </a:rPr>
              <a:t> only returns one item. It returns an Object called </a:t>
            </a:r>
            <a:r>
              <a:rPr lang="en">
                <a:solidFill>
                  <a:srgbClr val="DC143C"/>
                </a:solidFill>
              </a:rPr>
              <a:t>current</a:t>
            </a:r>
            <a:r>
              <a:rPr lang="en">
                <a:solidFill>
                  <a:schemeClr val="dk1"/>
                </a:solidFill>
                <a:highlight>
                  <a:schemeClr val="lt1"/>
                </a:highlight>
              </a:rPr>
              <a:t>.</a:t>
            </a:r>
            <a:endParaRPr>
              <a:solidFill>
                <a:schemeClr val="dk1"/>
              </a:solidFill>
            </a:endParaRPr>
          </a:p>
          <a:p>
            <a:pPr indent="0" lvl="0" marL="457200" rtl="0" algn="l">
              <a:spcBef>
                <a:spcPts val="0"/>
              </a:spcBef>
              <a:spcAft>
                <a:spcPts val="0"/>
              </a:spcAft>
              <a:buClr>
                <a:schemeClr val="dk1"/>
              </a:buClr>
              <a:buSzPts val="1100"/>
              <a:buFont typeface="Arial"/>
              <a:buNone/>
            </a:pPr>
            <a:r>
              <a:t/>
            </a:r>
            <a:endParaRPr>
              <a:solidFill>
                <a:schemeClr val="dk1"/>
              </a:solidFill>
            </a:endParaRPr>
          </a:p>
          <a:p>
            <a:pPr indent="0" lvl="0" marL="457200" rtl="0" algn="l">
              <a:spcBef>
                <a:spcPts val="0"/>
              </a:spcBef>
              <a:spcAft>
                <a:spcPts val="0"/>
              </a:spcAft>
              <a:buClr>
                <a:schemeClr val="dk1"/>
              </a:buClr>
              <a:buSzPts val="1100"/>
              <a:buFont typeface="Arial"/>
              <a:buNone/>
            </a:pPr>
            <a:r>
              <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Common use cases:</a:t>
            </a:r>
            <a:endParaRPr b="1">
              <a:solidFill>
                <a:schemeClr val="dk1"/>
              </a:solidFill>
            </a:endParaRPr>
          </a:p>
          <a:p>
            <a:pPr indent="-317500" lvl="0" marL="914400" rtl="0" algn="l">
              <a:lnSpc>
                <a:spcPct val="115000"/>
              </a:lnSpc>
              <a:spcBef>
                <a:spcPts val="1200"/>
              </a:spcBef>
              <a:spcAft>
                <a:spcPts val="0"/>
              </a:spcAft>
              <a:buClr>
                <a:schemeClr val="dk1"/>
              </a:buClr>
              <a:buSzPts val="1400"/>
              <a:buChar char="❖"/>
            </a:pPr>
            <a:r>
              <a:rPr lang="en">
                <a:solidFill>
                  <a:schemeClr val="dk1"/>
                </a:solidFill>
              </a:rPr>
              <a:t>Managing focus, text selection, or media playback.</a:t>
            </a:r>
            <a:endParaRPr>
              <a:solidFill>
                <a:schemeClr val="dk1"/>
              </a:solidFill>
            </a:endParaRPr>
          </a:p>
          <a:p>
            <a:pPr indent="-317500" lvl="0" marL="914400" rtl="0" algn="l">
              <a:lnSpc>
                <a:spcPct val="115000"/>
              </a:lnSpc>
              <a:spcBef>
                <a:spcPts val="0"/>
              </a:spcBef>
              <a:spcAft>
                <a:spcPts val="0"/>
              </a:spcAft>
              <a:buClr>
                <a:schemeClr val="dk1"/>
              </a:buClr>
              <a:buSzPts val="1400"/>
              <a:buChar char="❖"/>
            </a:pPr>
            <a:r>
              <a:rPr lang="en">
                <a:solidFill>
                  <a:schemeClr val="dk1"/>
                </a:solidFill>
              </a:rPr>
              <a:t>Storing previous values without causing re-renders.</a:t>
            </a:r>
            <a:endParaRPr>
              <a:solidFill>
                <a:schemeClr val="dk1"/>
              </a:solidFill>
            </a:endParaRPr>
          </a:p>
          <a:p>
            <a:pPr indent="-317500" lvl="0" marL="914400" rtl="0" algn="l">
              <a:lnSpc>
                <a:spcPct val="115000"/>
              </a:lnSpc>
              <a:spcBef>
                <a:spcPts val="0"/>
              </a:spcBef>
              <a:spcAft>
                <a:spcPts val="0"/>
              </a:spcAft>
              <a:buClr>
                <a:schemeClr val="dk1"/>
              </a:buClr>
              <a:buSzPts val="1400"/>
              <a:buChar char="❖"/>
            </a:pPr>
            <a:r>
              <a:rPr lang="en">
                <a:solidFill>
                  <a:schemeClr val="dk1"/>
                </a:solidFill>
              </a:rPr>
              <a:t>Creating timers and intervals.</a:t>
            </a:r>
            <a:endParaRPr>
              <a:solidFill>
                <a:schemeClr val="dk1"/>
              </a:solidFill>
            </a:endParaRPr>
          </a:p>
          <a:p>
            <a:pPr indent="0" lvl="0" marL="0" rtl="0" algn="l">
              <a:lnSpc>
                <a:spcPct val="115000"/>
              </a:lnSpc>
              <a:spcBef>
                <a:spcPts val="1200"/>
              </a:spcBef>
              <a:spcAft>
                <a:spcPts val="0"/>
              </a:spcAft>
              <a:buNone/>
            </a:pPr>
            <a:r>
              <a:rPr lang="en" sz="1100">
                <a:solidFill>
                  <a:schemeClr val="dk1"/>
                </a:solidFill>
              </a:rPr>
              <a:t>Think of </a:t>
            </a:r>
            <a:r>
              <a:rPr lang="en" sz="1100">
                <a:solidFill>
                  <a:srgbClr val="188038"/>
                </a:solidFill>
                <a:latin typeface="Roboto Mono"/>
                <a:ea typeface="Roboto Mono"/>
                <a:cs typeface="Roboto Mono"/>
                <a:sym typeface="Roboto Mono"/>
              </a:rPr>
              <a:t>useRef</a:t>
            </a:r>
            <a:r>
              <a:rPr lang="en" sz="1100">
                <a:solidFill>
                  <a:schemeClr val="dk1"/>
                </a:solidFill>
              </a:rPr>
              <a:t> as a secret notepad that React doesn’t watch — you can write on it without triggering a re-render.</a:t>
            </a:r>
            <a:endParaRPr>
              <a:solidFill>
                <a:schemeClr val="dk1"/>
              </a:solidFill>
            </a:endParaRPr>
          </a:p>
          <a:p>
            <a:pPr indent="0" lvl="0" marL="914400" rtl="0" algn="l">
              <a:spcBef>
                <a:spcPts val="1200"/>
              </a:spcBef>
              <a:spcAft>
                <a:spcPts val="0"/>
              </a:spcAft>
              <a:buClr>
                <a:schemeClr val="dk1"/>
              </a:buClr>
              <a:buSzPts val="1100"/>
              <a:buFont typeface="Arial"/>
              <a:buNone/>
            </a:pPr>
            <a:r>
              <a:t/>
            </a:r>
            <a:endParaRPr>
              <a:solidFill>
                <a:schemeClr val="dk1"/>
              </a:solidFill>
            </a:endParaRPr>
          </a:p>
          <a:p>
            <a:pPr indent="0" lvl="0" marL="914400" rtl="0" algn="l">
              <a:lnSpc>
                <a:spcPct val="150000"/>
              </a:lnSpc>
              <a:spcBef>
                <a:spcPts val="1200"/>
              </a:spcBef>
              <a:spcAft>
                <a:spcPts val="1200"/>
              </a:spcAft>
              <a:buNone/>
            </a:pPr>
            <a:r>
              <a:t/>
            </a:r>
            <a:endParaRPr>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1"/>
          <p:cNvSpPr txBox="1"/>
          <p:nvPr>
            <p:ph type="ctrTitle"/>
          </p:nvPr>
        </p:nvSpPr>
        <p:spPr>
          <a:xfrm>
            <a:off x="264425" y="208500"/>
            <a:ext cx="6858000" cy="357300"/>
          </a:xfrm>
          <a:prstGeom prst="rect">
            <a:avLst/>
          </a:prstGeom>
        </p:spPr>
        <p:txBody>
          <a:bodyPr anchorCtr="0" anchor="t" bIns="91425" lIns="0" spcFirstLastPara="1" rIns="91425" wrap="square" tIns="0">
            <a:noAutofit/>
          </a:bodyPr>
          <a:lstStyle/>
          <a:p>
            <a:pPr indent="0" lvl="0" marL="0" rtl="0" algn="l">
              <a:lnSpc>
                <a:spcPct val="100000"/>
              </a:lnSpc>
              <a:spcBef>
                <a:spcPts val="0"/>
              </a:spcBef>
              <a:spcAft>
                <a:spcPts val="0"/>
              </a:spcAft>
              <a:buClr>
                <a:schemeClr val="dk1"/>
              </a:buClr>
              <a:buSzPts val="990"/>
              <a:buFont typeface="Arial"/>
              <a:buNone/>
            </a:pPr>
            <a:r>
              <a:rPr lang="en" sz="1800">
                <a:latin typeface="Arial"/>
                <a:ea typeface="Arial"/>
                <a:cs typeface="Arial"/>
                <a:sym typeface="Arial"/>
              </a:rPr>
              <a:t>What is useRef? </a:t>
            </a:r>
            <a:endParaRPr sz="1800">
              <a:latin typeface="Arial"/>
              <a:ea typeface="Arial"/>
              <a:cs typeface="Arial"/>
              <a:sym typeface="Arial"/>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122" name="Google Shape;122;p21"/>
          <p:cNvSpPr txBox="1"/>
          <p:nvPr/>
        </p:nvSpPr>
        <p:spPr>
          <a:xfrm>
            <a:off x="272850" y="869050"/>
            <a:ext cx="8599500" cy="3011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sz="1100">
                <a:solidFill>
                  <a:schemeClr val="dk1"/>
                </a:solidFill>
              </a:rPr>
              <a:t>Explanation:</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sz="1100">
                <a:solidFill>
                  <a:srgbClr val="188038"/>
                </a:solidFill>
                <a:latin typeface="Roboto Mono"/>
                <a:ea typeface="Roboto Mono"/>
                <a:cs typeface="Roboto Mono"/>
                <a:sym typeface="Roboto Mono"/>
              </a:rPr>
              <a:t>useRef()</a:t>
            </a:r>
            <a:r>
              <a:rPr lang="en" sz="1100">
                <a:solidFill>
                  <a:schemeClr val="dk1"/>
                </a:solidFill>
              </a:rPr>
              <a:t> creates a reference object </a:t>
            </a:r>
            <a:r>
              <a:rPr lang="en" sz="1100">
                <a:solidFill>
                  <a:srgbClr val="188038"/>
                </a:solidFill>
                <a:latin typeface="Roboto Mono"/>
                <a:ea typeface="Roboto Mono"/>
                <a:cs typeface="Roboto Mono"/>
                <a:sym typeface="Roboto Mono"/>
              </a:rPr>
              <a:t>{ current: null }</a:t>
            </a:r>
            <a:br>
              <a:rPr lang="en" sz="1100">
                <a:solidFill>
                  <a:srgbClr val="188038"/>
                </a:solidFill>
                <a:latin typeface="Roboto Mono"/>
                <a:ea typeface="Roboto Mono"/>
                <a:cs typeface="Roboto Mono"/>
                <a:sym typeface="Roboto Mono"/>
              </a:rPr>
            </a:br>
            <a:endParaRPr sz="1100">
              <a:solidFill>
                <a:srgbClr val="188038"/>
              </a:solidFill>
              <a:latin typeface="Roboto Mono"/>
              <a:ea typeface="Roboto Mono"/>
              <a:cs typeface="Roboto Mono"/>
              <a:sym typeface="Roboto Mono"/>
            </a:endParaRPr>
          </a:p>
          <a:p>
            <a:pPr indent="-298450" lvl="0" marL="457200" rtl="0" algn="l">
              <a:lnSpc>
                <a:spcPct val="115000"/>
              </a:lnSpc>
              <a:spcBef>
                <a:spcPts val="0"/>
              </a:spcBef>
              <a:spcAft>
                <a:spcPts val="0"/>
              </a:spcAft>
              <a:buClr>
                <a:schemeClr val="dk1"/>
              </a:buClr>
              <a:buSzPts val="1100"/>
              <a:buChar char="●"/>
            </a:pPr>
            <a:r>
              <a:rPr lang="en" sz="1100">
                <a:solidFill>
                  <a:srgbClr val="188038"/>
                </a:solidFill>
                <a:latin typeface="Roboto Mono"/>
                <a:ea typeface="Roboto Mono"/>
                <a:cs typeface="Roboto Mono"/>
                <a:sym typeface="Roboto Mono"/>
              </a:rPr>
              <a:t>ref={inputRef}</a:t>
            </a:r>
            <a:r>
              <a:rPr lang="en" sz="1100">
                <a:solidFill>
                  <a:schemeClr val="dk1"/>
                </a:solidFill>
              </a:rPr>
              <a:t> connects the </a:t>
            </a:r>
            <a:r>
              <a:rPr lang="en" sz="1100">
                <a:solidFill>
                  <a:srgbClr val="188038"/>
                </a:solidFill>
                <a:latin typeface="Roboto Mono"/>
                <a:ea typeface="Roboto Mono"/>
                <a:cs typeface="Roboto Mono"/>
                <a:sym typeface="Roboto Mono"/>
              </a:rPr>
              <a:t>&lt;input&gt;</a:t>
            </a:r>
            <a:r>
              <a:rPr lang="en" sz="1100">
                <a:solidFill>
                  <a:schemeClr val="dk1"/>
                </a:solidFill>
              </a:rPr>
              <a:t> element to that ref</a:t>
            </a:r>
            <a:br>
              <a:rPr lang="en"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When the button is clicked, </a:t>
            </a:r>
            <a:r>
              <a:rPr lang="en" sz="1100">
                <a:solidFill>
                  <a:srgbClr val="188038"/>
                </a:solidFill>
                <a:latin typeface="Roboto Mono"/>
                <a:ea typeface="Roboto Mono"/>
                <a:cs typeface="Roboto Mono"/>
                <a:sym typeface="Roboto Mono"/>
              </a:rPr>
              <a:t>inputRef.current</a:t>
            </a:r>
            <a:r>
              <a:rPr lang="en" sz="1100">
                <a:solidFill>
                  <a:schemeClr val="dk1"/>
                </a:solidFill>
              </a:rPr>
              <a:t> gives direct DOM access</a:t>
            </a:r>
            <a:endParaRPr sz="1100">
              <a:solidFill>
                <a:schemeClr val="dk1"/>
              </a:solidFill>
            </a:endParaRPr>
          </a:p>
          <a:p>
            <a:pPr indent="0" lvl="0" marL="0" rtl="0" algn="l">
              <a:spcBef>
                <a:spcPts val="120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2"/>
          <p:cNvSpPr txBox="1"/>
          <p:nvPr>
            <p:ph type="ctrTitle"/>
          </p:nvPr>
        </p:nvSpPr>
        <p:spPr>
          <a:xfrm>
            <a:off x="264425" y="208500"/>
            <a:ext cx="6858000" cy="357300"/>
          </a:xfrm>
          <a:prstGeom prst="rect">
            <a:avLst/>
          </a:prstGeom>
        </p:spPr>
        <p:txBody>
          <a:bodyPr anchorCtr="0" anchor="t" bIns="91425" lIns="0" spcFirstLastPara="1" rIns="91425" wrap="square" tIns="0">
            <a:noAutofit/>
          </a:bodyPr>
          <a:lstStyle/>
          <a:p>
            <a:pPr indent="0" lvl="0" marL="0" rtl="0" algn="l">
              <a:lnSpc>
                <a:spcPct val="100000"/>
              </a:lnSpc>
              <a:spcBef>
                <a:spcPts val="0"/>
              </a:spcBef>
              <a:spcAft>
                <a:spcPts val="0"/>
              </a:spcAft>
              <a:buClr>
                <a:schemeClr val="dk1"/>
              </a:buClr>
              <a:buSzPts val="1100"/>
              <a:buFont typeface="Arial"/>
              <a:buNone/>
            </a:pPr>
            <a:r>
              <a:rPr lang="en" sz="1800">
                <a:latin typeface="Arial"/>
                <a:ea typeface="Arial"/>
                <a:cs typeface="Arial"/>
                <a:sym typeface="Arial"/>
              </a:rPr>
              <a:t>What is useMemo? </a:t>
            </a:r>
            <a:endParaRPr sz="1800">
              <a:latin typeface="Arial"/>
              <a:ea typeface="Arial"/>
              <a:cs typeface="Arial"/>
              <a:sym typeface="Arial"/>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128" name="Google Shape;128;p22"/>
          <p:cNvSpPr txBox="1"/>
          <p:nvPr/>
        </p:nvSpPr>
        <p:spPr>
          <a:xfrm>
            <a:off x="264425" y="970075"/>
            <a:ext cx="8670000" cy="4032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100">
                <a:solidFill>
                  <a:srgbClr val="188038"/>
                </a:solidFill>
                <a:latin typeface="Roboto Mono"/>
                <a:ea typeface="Roboto Mono"/>
                <a:cs typeface="Roboto Mono"/>
                <a:sym typeface="Roboto Mono"/>
              </a:rPr>
              <a:t>useMemo</a:t>
            </a:r>
            <a:r>
              <a:rPr lang="en" sz="1100">
                <a:solidFill>
                  <a:schemeClr val="dk1"/>
                </a:solidFill>
              </a:rPr>
              <a:t> is a React Hook that </a:t>
            </a:r>
            <a:r>
              <a:rPr b="1" lang="en" sz="1100">
                <a:solidFill>
                  <a:schemeClr val="dk1"/>
                </a:solidFill>
              </a:rPr>
              <a:t>memorizes</a:t>
            </a:r>
            <a:r>
              <a:rPr b="1" lang="en" sz="1100">
                <a:solidFill>
                  <a:schemeClr val="dk1"/>
                </a:solidFill>
              </a:rPr>
              <a:t> (remembers) the result of a computation</a:t>
            </a:r>
            <a:r>
              <a:rPr lang="en" sz="1100">
                <a:solidFill>
                  <a:schemeClr val="dk1"/>
                </a:solidFill>
              </a:rPr>
              <a:t> between renders. It only re-computes the value when one of its dependencies changes.</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Common use cases:</a:t>
            </a:r>
            <a:endParaRPr b="1">
              <a:solidFill>
                <a:schemeClr val="dk1"/>
              </a:solidFill>
            </a:endParaRPr>
          </a:p>
          <a:p>
            <a:pPr indent="-317500" lvl="0" marL="457200" rtl="0" algn="l">
              <a:lnSpc>
                <a:spcPct val="115000"/>
              </a:lnSpc>
              <a:spcBef>
                <a:spcPts val="1200"/>
              </a:spcBef>
              <a:spcAft>
                <a:spcPts val="0"/>
              </a:spcAft>
              <a:buClr>
                <a:schemeClr val="dk1"/>
              </a:buClr>
              <a:buSzPts val="1400"/>
              <a:buChar char="❖"/>
            </a:pPr>
            <a:r>
              <a:rPr lang="en">
                <a:solidFill>
                  <a:schemeClr val="dk1"/>
                </a:solidFill>
              </a:rPr>
              <a:t>Optimizing slow computations.</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
                <a:solidFill>
                  <a:schemeClr val="dk1"/>
                </a:solidFill>
              </a:rPr>
              <a:t>Reducing unnecessary re-renders.</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
                <a:solidFill>
                  <a:schemeClr val="dk1"/>
                </a:solidFill>
              </a:rPr>
              <a:t>Improving performance in large lists.</a:t>
            </a:r>
            <a:endParaRPr>
              <a:solidFill>
                <a:schemeClr val="dk1"/>
              </a:solidFill>
            </a:endParaRPr>
          </a:p>
          <a:p>
            <a:pPr indent="0" lvl="0" marL="0" rtl="0" algn="l">
              <a:lnSpc>
                <a:spcPct val="115000"/>
              </a:lnSpc>
              <a:spcBef>
                <a:spcPts val="1200"/>
              </a:spcBef>
              <a:spcAft>
                <a:spcPts val="0"/>
              </a:spcAft>
              <a:buNone/>
            </a:pPr>
            <a:r>
              <a:t/>
            </a:r>
            <a:endParaRPr>
              <a:solidFill>
                <a:schemeClr val="dk1"/>
              </a:solidFill>
            </a:endParaRPr>
          </a:p>
          <a:p>
            <a:pPr indent="0" lvl="0" marL="0" rtl="0" algn="l">
              <a:lnSpc>
                <a:spcPct val="115000"/>
              </a:lnSpc>
              <a:spcBef>
                <a:spcPts val="1200"/>
              </a:spcBef>
              <a:spcAft>
                <a:spcPts val="0"/>
              </a:spcAft>
              <a:buNone/>
            </a:pPr>
            <a:r>
              <a:rPr lang="en">
                <a:solidFill>
                  <a:schemeClr val="dk1"/>
                </a:solidFill>
              </a:rPr>
              <a:t>Syntax:-</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const memoizedValue = useMemo(() =&gt; computeExpensiveValue(a, b), [a, b]);</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1200"/>
              </a:spcAft>
              <a:buNone/>
            </a:pPr>
            <a:r>
              <a:t/>
            </a:r>
            <a:endParaRPr>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3"/>
          <p:cNvSpPr txBox="1"/>
          <p:nvPr>
            <p:ph type="ctrTitle"/>
          </p:nvPr>
        </p:nvSpPr>
        <p:spPr>
          <a:xfrm>
            <a:off x="264425" y="208500"/>
            <a:ext cx="6858000" cy="357300"/>
          </a:xfrm>
          <a:prstGeom prst="rect">
            <a:avLst/>
          </a:prstGeom>
        </p:spPr>
        <p:txBody>
          <a:bodyPr anchorCtr="0" anchor="t" bIns="91425" lIns="0" spcFirstLastPara="1" rIns="91425" wrap="square" tIns="0">
            <a:noAutofit/>
          </a:bodyPr>
          <a:lstStyle/>
          <a:p>
            <a:pPr indent="0" lvl="0" marL="0" rtl="0" algn="l">
              <a:lnSpc>
                <a:spcPct val="100000"/>
              </a:lnSpc>
              <a:spcBef>
                <a:spcPts val="0"/>
              </a:spcBef>
              <a:spcAft>
                <a:spcPts val="0"/>
              </a:spcAft>
              <a:buClr>
                <a:schemeClr val="dk1"/>
              </a:buClr>
              <a:buSzPts val="1100"/>
              <a:buFont typeface="Arial"/>
              <a:buNone/>
            </a:pPr>
            <a:r>
              <a:rPr lang="en" sz="1800">
                <a:latin typeface="Arial"/>
                <a:ea typeface="Arial"/>
                <a:cs typeface="Arial"/>
                <a:sym typeface="Arial"/>
              </a:rPr>
              <a:t>What is useCallback? </a:t>
            </a:r>
            <a:endParaRPr sz="1800">
              <a:latin typeface="Arial"/>
              <a:ea typeface="Arial"/>
              <a:cs typeface="Arial"/>
              <a:sym typeface="Arial"/>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134" name="Google Shape;134;p23"/>
          <p:cNvSpPr txBox="1"/>
          <p:nvPr/>
        </p:nvSpPr>
        <p:spPr>
          <a:xfrm>
            <a:off x="272850" y="919575"/>
            <a:ext cx="8710500" cy="398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rgbClr val="188038"/>
                </a:solidFill>
                <a:latin typeface="Roboto Mono"/>
                <a:ea typeface="Roboto Mono"/>
                <a:cs typeface="Roboto Mono"/>
                <a:sym typeface="Roboto Mono"/>
              </a:rPr>
              <a:t>useCallback</a:t>
            </a:r>
            <a:r>
              <a:rPr lang="en" sz="1100">
                <a:solidFill>
                  <a:schemeClr val="dk1"/>
                </a:solidFill>
              </a:rPr>
              <a:t> is a React Hook that </a:t>
            </a:r>
            <a:r>
              <a:rPr b="1" lang="en" sz="1100">
                <a:solidFill>
                  <a:schemeClr val="dk1"/>
                </a:solidFill>
              </a:rPr>
              <a:t>memoizes a function</a:t>
            </a:r>
            <a:r>
              <a:rPr lang="en" sz="1100">
                <a:solidFill>
                  <a:schemeClr val="dk1"/>
                </a:solidFill>
              </a:rPr>
              <a:t> — it returns the </a:t>
            </a:r>
            <a:r>
              <a:rPr i="1" lang="en" sz="1100">
                <a:solidFill>
                  <a:schemeClr val="dk1"/>
                </a:solidFill>
              </a:rPr>
              <a:t>same function instance</a:t>
            </a:r>
            <a:r>
              <a:rPr lang="en" sz="1100">
                <a:solidFill>
                  <a:schemeClr val="dk1"/>
                </a:solidFill>
              </a:rPr>
              <a:t> across renders, unless one of its dependencies changes.</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rPr lang="en" sz="1100">
                <a:solidFill>
                  <a:schemeClr val="dk1"/>
                </a:solidFill>
              </a:rPr>
              <a:t>Syntax:- const memoizedFn = useCallback(() =&gt; doSomething(a, b), [a, b]);</a:t>
            </a:r>
            <a:endParaRPr sz="1100">
              <a:solidFill>
                <a:schemeClr val="dk1"/>
              </a:solidFill>
            </a:endParaRPr>
          </a:p>
          <a:p>
            <a:pPr indent="0" lvl="0" marL="0" rtl="0" algn="l">
              <a:spcBef>
                <a:spcPts val="0"/>
              </a:spcBef>
              <a:spcAft>
                <a:spcPts val="0"/>
              </a:spcAft>
              <a:buClr>
                <a:schemeClr val="dk1"/>
              </a:buClr>
              <a:buSzPts val="1100"/>
              <a:buFont typeface="Arial"/>
              <a:buNone/>
            </a:pPr>
            <a:r>
              <a:t/>
            </a:r>
            <a:endParaRPr sz="11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 sz="1300">
                <a:solidFill>
                  <a:schemeClr val="dk1"/>
                </a:solidFill>
              </a:rPr>
              <a:t>Why It’s Needed</a:t>
            </a:r>
            <a:endParaRPr b="1" sz="13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z="1100">
                <a:solidFill>
                  <a:schemeClr val="dk1"/>
                </a:solidFill>
              </a:rPr>
              <a:t>React components often pass functions to children. If a parent re-renders, new function references are created — even if the function’s logic hasn’t changed.</a:t>
            </a:r>
            <a:endParaRPr sz="1100">
              <a:solidFill>
                <a:schemeClr val="dk1"/>
              </a:solidFill>
            </a:endParaRPr>
          </a:p>
          <a:p>
            <a:pPr indent="0" lvl="0" marL="0" rtl="0" algn="l">
              <a:spcBef>
                <a:spcPts val="1200"/>
              </a:spcBef>
              <a:spcAft>
                <a:spcPts val="0"/>
              </a:spcAft>
              <a:buNone/>
            </a:pPr>
            <a:r>
              <a:t/>
            </a:r>
            <a:endParaRPr sz="1100">
              <a:solidFill>
                <a:schemeClr val="dk1"/>
              </a:solidFill>
            </a:endParaRPr>
          </a:p>
          <a:p>
            <a:pPr indent="0" lvl="0" marL="0" rtl="0" algn="l">
              <a:spcBef>
                <a:spcPts val="0"/>
              </a:spcBef>
              <a:spcAft>
                <a:spcPts val="0"/>
              </a:spcAft>
              <a:buNone/>
            </a:pPr>
            <a:r>
              <a:rPr lang="en" sz="1100">
                <a:solidFill>
                  <a:schemeClr val="dk1"/>
                </a:solidFill>
              </a:rPr>
              <a:t>This can cause:</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Unnecessary re-renders of memoized child components (React.memo)</a:t>
            </a:r>
            <a:endParaRPr sz="1100">
              <a:solidFill>
                <a:schemeClr val="dk1"/>
              </a:solidFill>
            </a:endParaRPr>
          </a:p>
          <a:p>
            <a:pPr indent="-298450" lvl="0" marL="457200" rtl="0" algn="l">
              <a:spcBef>
                <a:spcPts val="0"/>
              </a:spcBef>
              <a:spcAft>
                <a:spcPts val="0"/>
              </a:spcAft>
              <a:buClr>
                <a:schemeClr val="dk1"/>
              </a:buClr>
              <a:buSzPts val="1100"/>
              <a:buChar char="●"/>
            </a:pPr>
            <a:r>
              <a:rPr lang="en" sz="1100">
                <a:solidFill>
                  <a:schemeClr val="dk1"/>
                </a:solidFill>
              </a:rPr>
              <a:t>Performance degradation in large lists or UIs</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lnSpc>
                <a:spcPct val="115000"/>
              </a:lnSpc>
              <a:spcBef>
                <a:spcPts val="1200"/>
              </a:spcBef>
              <a:spcAft>
                <a:spcPts val="0"/>
              </a:spcAft>
              <a:buNone/>
            </a:pPr>
            <a:r>
              <a:rPr lang="en" sz="1100">
                <a:solidFill>
                  <a:schemeClr val="dk1"/>
                </a:solidFill>
              </a:rPr>
              <a:t>Use </a:t>
            </a:r>
            <a:r>
              <a:rPr lang="en" sz="1100">
                <a:solidFill>
                  <a:srgbClr val="188038"/>
                </a:solidFill>
                <a:latin typeface="Roboto Mono"/>
                <a:ea typeface="Roboto Mono"/>
                <a:cs typeface="Roboto Mono"/>
                <a:sym typeface="Roboto Mono"/>
              </a:rPr>
              <a:t>useCallback</a:t>
            </a:r>
            <a:r>
              <a:rPr lang="en" sz="1100">
                <a:solidFill>
                  <a:schemeClr val="dk1"/>
                </a:solidFill>
              </a:rPr>
              <a:t> when:</a:t>
            </a:r>
            <a:endParaRPr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sz="1100">
                <a:solidFill>
                  <a:schemeClr val="dk1"/>
                </a:solidFill>
              </a:rPr>
              <a:t>Passing functions to </a:t>
            </a:r>
            <a:r>
              <a:rPr b="1" lang="en" sz="1100">
                <a:solidFill>
                  <a:schemeClr val="dk1"/>
                </a:solidFill>
              </a:rPr>
              <a:t>memoized</a:t>
            </a:r>
            <a:r>
              <a:rPr lang="en" sz="1100">
                <a:solidFill>
                  <a:schemeClr val="dk1"/>
                </a:solidFill>
              </a:rPr>
              <a:t> child components (</a:t>
            </a:r>
            <a:r>
              <a:rPr lang="en" sz="1100">
                <a:solidFill>
                  <a:srgbClr val="188038"/>
                </a:solidFill>
                <a:latin typeface="Roboto Mono"/>
                <a:ea typeface="Roboto Mono"/>
                <a:cs typeface="Roboto Mono"/>
                <a:sym typeface="Roboto Mono"/>
              </a:rPr>
              <a:t>React.memo</a:t>
            </a:r>
            <a:r>
              <a:rPr lang="en" sz="1100">
                <a:solidFill>
                  <a:schemeClr val="dk1"/>
                </a:solidFill>
              </a:rPr>
              <a:t>)</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Functions are dependencies inside </a:t>
            </a:r>
            <a:r>
              <a:rPr lang="en" sz="1100">
                <a:solidFill>
                  <a:srgbClr val="188038"/>
                </a:solidFill>
                <a:latin typeface="Roboto Mono"/>
                <a:ea typeface="Roboto Mono"/>
                <a:cs typeface="Roboto Mono"/>
                <a:sym typeface="Roboto Mono"/>
              </a:rPr>
              <a:t>useEffect</a:t>
            </a:r>
            <a:r>
              <a:rPr lang="en" sz="1100">
                <a:solidFill>
                  <a:schemeClr val="dk1"/>
                </a:solidFill>
              </a:rPr>
              <a:t>, </a:t>
            </a:r>
            <a:r>
              <a:rPr lang="en" sz="1100">
                <a:solidFill>
                  <a:srgbClr val="188038"/>
                </a:solidFill>
                <a:latin typeface="Roboto Mono"/>
                <a:ea typeface="Roboto Mono"/>
                <a:cs typeface="Roboto Mono"/>
                <a:sym typeface="Roboto Mono"/>
              </a:rPr>
              <a:t>useMemo</a:t>
            </a:r>
            <a:r>
              <a:rPr lang="en" sz="1100">
                <a:solidFill>
                  <a:schemeClr val="dk1"/>
                </a:solidFill>
              </a:rPr>
              <a:t>, etc.</a:t>
            </a:r>
            <a:endParaRPr sz="1100">
              <a:solidFill>
                <a:schemeClr val="dk1"/>
              </a:solidFill>
            </a:endParaRPr>
          </a:p>
          <a:p>
            <a:pPr indent="0" lvl="0" marL="0" rtl="0" algn="l">
              <a:spcBef>
                <a:spcPts val="1200"/>
              </a:spcBef>
              <a:spcAft>
                <a:spcPts val="0"/>
              </a:spcAft>
              <a:buNone/>
            </a:pPr>
            <a:r>
              <a:t/>
            </a:r>
            <a:endParaRPr sz="110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4"/>
          <p:cNvSpPr txBox="1"/>
          <p:nvPr>
            <p:ph type="ctrTitle"/>
          </p:nvPr>
        </p:nvSpPr>
        <p:spPr>
          <a:xfrm>
            <a:off x="264425" y="208500"/>
            <a:ext cx="6858000" cy="357300"/>
          </a:xfrm>
          <a:prstGeom prst="rect">
            <a:avLst/>
          </a:prstGeom>
          <a:noFill/>
          <a:ln>
            <a:noFill/>
          </a:ln>
        </p:spPr>
        <p:txBody>
          <a:bodyPr anchorCtr="0" anchor="t" bIns="91425" lIns="0" spcFirstLastPara="1" rIns="91425" wrap="square" tIns="0">
            <a:noAutofit/>
          </a:bodyPr>
          <a:lstStyle/>
          <a:p>
            <a:pPr indent="0" lvl="0" marL="0" rtl="0" algn="l">
              <a:lnSpc>
                <a:spcPct val="115000"/>
              </a:lnSpc>
              <a:spcBef>
                <a:spcPts val="1400"/>
              </a:spcBef>
              <a:spcAft>
                <a:spcPts val="0"/>
              </a:spcAft>
              <a:buClr>
                <a:schemeClr val="dk1"/>
              </a:buClr>
              <a:buSzPts val="1100"/>
              <a:buFont typeface="Arial"/>
              <a:buNone/>
            </a:pPr>
            <a:r>
              <a:rPr lang="en" sz="2000">
                <a:latin typeface="Arial"/>
                <a:ea typeface="Arial"/>
                <a:cs typeface="Arial"/>
                <a:sym typeface="Arial"/>
              </a:rPr>
              <a:t>What are Custom Hooks?</a:t>
            </a:r>
            <a:endParaRPr sz="2000">
              <a:latin typeface="Arial"/>
              <a:ea typeface="Arial"/>
              <a:cs typeface="Arial"/>
              <a:sym typeface="Arial"/>
            </a:endParaRPr>
          </a:p>
          <a:p>
            <a:pPr indent="0" lvl="0" marL="0" rtl="0" algn="l">
              <a:spcBef>
                <a:spcPts val="400"/>
              </a:spcBef>
              <a:spcAft>
                <a:spcPts val="0"/>
              </a:spcAft>
              <a:buSzPts val="1100"/>
              <a:buNone/>
            </a:pPr>
            <a:r>
              <a:t/>
            </a:r>
            <a:endParaRPr sz="2000"/>
          </a:p>
        </p:txBody>
      </p:sp>
      <p:sp>
        <p:nvSpPr>
          <p:cNvPr id="140" name="Google Shape;140;p24"/>
          <p:cNvSpPr txBox="1"/>
          <p:nvPr/>
        </p:nvSpPr>
        <p:spPr>
          <a:xfrm>
            <a:off x="228600" y="884200"/>
            <a:ext cx="7434300" cy="1676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100">
                <a:solidFill>
                  <a:schemeClr val="dk1"/>
                </a:solidFill>
              </a:rPr>
              <a:t>React comes with several built-in Hooks like useState, useContext, and useEffect. Sometimes, you’ll wish that there was a Hook for some more specific purpose: for example, to fetch data, to keep track of whether the user is online, or to connect to a chat room.</a:t>
            </a:r>
            <a:endParaRPr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 sz="1100">
                <a:solidFill>
                  <a:schemeClr val="dk1"/>
                </a:solidFill>
              </a:rPr>
              <a:t>Custom Hooks are </a:t>
            </a:r>
            <a:r>
              <a:rPr b="1" lang="en" sz="1100">
                <a:solidFill>
                  <a:schemeClr val="dk1"/>
                </a:solidFill>
              </a:rPr>
              <a:t>JavaScript functions that use React Hooks inside them</a:t>
            </a:r>
            <a:r>
              <a:rPr lang="en" sz="1100">
                <a:solidFill>
                  <a:schemeClr val="dk1"/>
                </a:solidFill>
              </a:rPr>
              <a:t>.</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They help you </a:t>
            </a:r>
            <a:r>
              <a:rPr b="1" lang="en" sz="1100">
                <a:solidFill>
                  <a:schemeClr val="dk1"/>
                </a:solidFill>
              </a:rPr>
              <a:t>extract and reuse stateful logic</a:t>
            </a:r>
            <a:r>
              <a:rPr lang="en" sz="1100">
                <a:solidFill>
                  <a:schemeClr val="dk1"/>
                </a:solidFill>
              </a:rPr>
              <a:t> (not UI).</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Naming convention: always start with "</a:t>
            </a:r>
            <a:r>
              <a:rPr lang="en" sz="1100">
                <a:solidFill>
                  <a:srgbClr val="188038"/>
                </a:solidFill>
                <a:latin typeface="Roboto Mono"/>
                <a:ea typeface="Roboto Mono"/>
                <a:cs typeface="Roboto Mono"/>
                <a:sym typeface="Roboto Mono"/>
              </a:rPr>
              <a:t>use</a:t>
            </a:r>
            <a:r>
              <a:rPr lang="en" sz="1100">
                <a:solidFill>
                  <a:schemeClr val="dk1"/>
                </a:solidFill>
              </a:rPr>
              <a:t>" (e.g., </a:t>
            </a:r>
            <a:r>
              <a:rPr lang="en" sz="1100">
                <a:solidFill>
                  <a:srgbClr val="188038"/>
                </a:solidFill>
                <a:latin typeface="Roboto Mono"/>
                <a:ea typeface="Roboto Mono"/>
                <a:cs typeface="Roboto Mono"/>
                <a:sym typeface="Roboto Mono"/>
              </a:rPr>
              <a:t>useForm</a:t>
            </a:r>
            <a:r>
              <a:rPr lang="en" sz="1100">
                <a:solidFill>
                  <a:schemeClr val="dk1"/>
                </a:solidFill>
              </a:rPr>
              <a:t>, </a:t>
            </a:r>
            <a:r>
              <a:rPr lang="en" sz="1100">
                <a:solidFill>
                  <a:srgbClr val="188038"/>
                </a:solidFill>
                <a:latin typeface="Roboto Mono"/>
                <a:ea typeface="Roboto Mono"/>
                <a:cs typeface="Roboto Mono"/>
                <a:sym typeface="Roboto Mono"/>
              </a:rPr>
              <a:t>useFetch</a:t>
            </a:r>
            <a:r>
              <a:rPr lang="en" sz="1100">
                <a:solidFill>
                  <a:schemeClr val="dk1"/>
                </a:solidFill>
              </a:rPr>
              <a:t>).</a:t>
            </a:r>
            <a:br>
              <a:rPr lang="en" sz="1100">
                <a:solidFill>
                  <a:schemeClr val="dk1"/>
                </a:solidFill>
              </a:rPr>
            </a:br>
            <a:endParaRPr sz="1100">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5"/>
          <p:cNvSpPr txBox="1"/>
          <p:nvPr>
            <p:ph type="ctrTitle"/>
          </p:nvPr>
        </p:nvSpPr>
        <p:spPr>
          <a:xfrm>
            <a:off x="264425" y="208500"/>
            <a:ext cx="6858000" cy="357300"/>
          </a:xfrm>
          <a:prstGeom prst="rect">
            <a:avLst/>
          </a:prstGeom>
          <a:noFill/>
          <a:ln>
            <a:noFill/>
          </a:ln>
        </p:spPr>
        <p:txBody>
          <a:bodyPr anchorCtr="0" anchor="t" bIns="91425" lIns="0" spcFirstLastPara="1" rIns="91425" wrap="square" tIns="0">
            <a:noAutofit/>
          </a:bodyPr>
          <a:lstStyle/>
          <a:p>
            <a:pPr indent="0" lvl="0" marL="0" rtl="0" algn="l">
              <a:lnSpc>
                <a:spcPct val="115000"/>
              </a:lnSpc>
              <a:spcBef>
                <a:spcPts val="1400"/>
              </a:spcBef>
              <a:spcAft>
                <a:spcPts val="0"/>
              </a:spcAft>
              <a:buClr>
                <a:schemeClr val="dk1"/>
              </a:buClr>
              <a:buSzPts val="1100"/>
              <a:buFont typeface="Arial"/>
              <a:buNone/>
            </a:pPr>
            <a:r>
              <a:rPr lang="en" sz="2000">
                <a:latin typeface="Arial"/>
                <a:ea typeface="Arial"/>
                <a:cs typeface="Arial"/>
                <a:sym typeface="Arial"/>
              </a:rPr>
              <a:t>What are Custom Hooks?</a:t>
            </a:r>
            <a:endParaRPr sz="2000">
              <a:latin typeface="Arial"/>
              <a:ea typeface="Arial"/>
              <a:cs typeface="Arial"/>
              <a:sym typeface="Arial"/>
            </a:endParaRPr>
          </a:p>
          <a:p>
            <a:pPr indent="0" lvl="0" marL="0" rtl="0" algn="l">
              <a:spcBef>
                <a:spcPts val="400"/>
              </a:spcBef>
              <a:spcAft>
                <a:spcPts val="0"/>
              </a:spcAft>
              <a:buClr>
                <a:schemeClr val="dk1"/>
              </a:buClr>
              <a:buSzPts val="1100"/>
              <a:buFont typeface="Arial"/>
              <a:buNone/>
            </a:pPr>
            <a:r>
              <a:t/>
            </a:r>
            <a:endParaRPr sz="2000"/>
          </a:p>
          <a:p>
            <a:pPr indent="0" lvl="0" marL="0" rtl="0" algn="l">
              <a:spcBef>
                <a:spcPts val="0"/>
              </a:spcBef>
              <a:spcAft>
                <a:spcPts val="0"/>
              </a:spcAft>
              <a:buSzPts val="1100"/>
              <a:buNone/>
            </a:pPr>
            <a:r>
              <a:t/>
            </a:r>
            <a:endParaRPr/>
          </a:p>
        </p:txBody>
      </p:sp>
      <p:sp>
        <p:nvSpPr>
          <p:cNvPr id="146" name="Google Shape;146;p25"/>
          <p:cNvSpPr txBox="1"/>
          <p:nvPr/>
        </p:nvSpPr>
        <p:spPr>
          <a:xfrm>
            <a:off x="228600" y="884200"/>
            <a:ext cx="7434300" cy="354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t/>
            </a:r>
            <a:endParaRPr sz="1100">
              <a:solidFill>
                <a:schemeClr val="dk1"/>
              </a:solidFill>
            </a:endParaRPr>
          </a:p>
        </p:txBody>
      </p:sp>
      <p:pic>
        <p:nvPicPr>
          <p:cNvPr id="147" name="Google Shape;147;p25" title="ChatGPT Image Nov 10, 2025, 02_01_41 PM.png"/>
          <p:cNvPicPr preferRelativeResize="0"/>
          <p:nvPr/>
        </p:nvPicPr>
        <p:blipFill>
          <a:blip r:embed="rId3">
            <a:alphaModFix/>
          </a:blip>
          <a:stretch>
            <a:fillRect/>
          </a:stretch>
        </p:blipFill>
        <p:spPr>
          <a:xfrm>
            <a:off x="2745588" y="1060400"/>
            <a:ext cx="2400333" cy="360049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6"/>
          <p:cNvSpPr txBox="1"/>
          <p:nvPr>
            <p:ph type="ctrTitle"/>
          </p:nvPr>
        </p:nvSpPr>
        <p:spPr>
          <a:xfrm>
            <a:off x="264425" y="132300"/>
            <a:ext cx="6858000" cy="357300"/>
          </a:xfrm>
          <a:prstGeom prst="rect">
            <a:avLst/>
          </a:prstGeom>
          <a:noFill/>
          <a:ln>
            <a:noFill/>
          </a:ln>
        </p:spPr>
        <p:txBody>
          <a:bodyPr anchorCtr="0" anchor="t" bIns="91425" lIns="0" spcFirstLastPara="1" rIns="91425" wrap="square" tIns="0">
            <a:noAutofit/>
          </a:bodyPr>
          <a:lstStyle/>
          <a:p>
            <a:pPr indent="0" lvl="0" marL="0" rtl="0" algn="l">
              <a:lnSpc>
                <a:spcPct val="90000"/>
              </a:lnSpc>
              <a:spcBef>
                <a:spcPts val="0"/>
              </a:spcBef>
              <a:spcAft>
                <a:spcPts val="0"/>
              </a:spcAft>
              <a:buSzPts val="2100"/>
              <a:buNone/>
            </a:pPr>
            <a:r>
              <a:rPr lang="en"/>
              <a:t>Usage of </a:t>
            </a:r>
            <a:r>
              <a:rPr lang="en" sz="2000">
                <a:latin typeface="Arial"/>
                <a:ea typeface="Arial"/>
                <a:cs typeface="Arial"/>
                <a:sym typeface="Arial"/>
              </a:rPr>
              <a:t>Custom Hooks</a:t>
            </a:r>
            <a:endParaRPr sz="2000">
              <a:latin typeface="Arial"/>
              <a:ea typeface="Arial"/>
              <a:cs typeface="Arial"/>
              <a:sym typeface="Arial"/>
            </a:endParaRPr>
          </a:p>
          <a:p>
            <a:pPr indent="0" lvl="0" marL="0" rtl="0" algn="l">
              <a:spcBef>
                <a:spcPts val="0"/>
              </a:spcBef>
              <a:spcAft>
                <a:spcPts val="0"/>
              </a:spcAft>
              <a:buClr>
                <a:schemeClr val="dk1"/>
              </a:buClr>
              <a:buSzPts val="1100"/>
              <a:buFont typeface="Arial"/>
              <a:buNone/>
            </a:pPr>
            <a:r>
              <a:t/>
            </a:r>
            <a:endParaRPr sz="2000"/>
          </a:p>
          <a:p>
            <a:pPr indent="0" lvl="0" marL="0" rtl="0" algn="l">
              <a:lnSpc>
                <a:spcPct val="90000"/>
              </a:lnSpc>
              <a:spcBef>
                <a:spcPts val="0"/>
              </a:spcBef>
              <a:spcAft>
                <a:spcPts val="0"/>
              </a:spcAft>
              <a:buSzPts val="2100"/>
              <a:buNone/>
            </a:pPr>
            <a:r>
              <a:t/>
            </a:r>
            <a:endParaRPr/>
          </a:p>
        </p:txBody>
      </p:sp>
      <p:sp>
        <p:nvSpPr>
          <p:cNvPr id="153" name="Google Shape;153;p26"/>
          <p:cNvSpPr txBox="1"/>
          <p:nvPr/>
        </p:nvSpPr>
        <p:spPr>
          <a:xfrm>
            <a:off x="314250" y="1018600"/>
            <a:ext cx="8563200" cy="3796200"/>
          </a:xfrm>
          <a:prstGeom prst="rect">
            <a:avLst/>
          </a:prstGeom>
          <a:noFill/>
          <a:ln>
            <a:noFill/>
          </a:ln>
        </p:spPr>
        <p:txBody>
          <a:bodyPr anchorCtr="0" anchor="t" bIns="0" lIns="0" spcFirstLastPara="1" rIns="0" wrap="square" tIns="0">
            <a:noAutofit/>
          </a:bodyPr>
          <a:lstStyle/>
          <a:p>
            <a:pPr indent="0" lvl="0" marL="0" marR="0" rtl="0" algn="just">
              <a:lnSpc>
                <a:spcPct val="150000"/>
              </a:lnSpc>
              <a:spcBef>
                <a:spcPts val="0"/>
              </a:spcBef>
              <a:spcAft>
                <a:spcPts val="0"/>
              </a:spcAft>
              <a:buNone/>
            </a:pPr>
            <a:r>
              <a:rPr lang="en" sz="3000"/>
              <a:t>Code…</a:t>
            </a:r>
            <a:endParaRPr sz="3000">
              <a:latin typeface="Century Gothic"/>
              <a:ea typeface="Century Gothic"/>
              <a:cs typeface="Century Gothic"/>
              <a:sym typeface="Century Gothic"/>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7"/>
          <p:cNvSpPr txBox="1"/>
          <p:nvPr>
            <p:ph type="ctrTitle"/>
          </p:nvPr>
        </p:nvSpPr>
        <p:spPr>
          <a:xfrm>
            <a:off x="264425" y="208500"/>
            <a:ext cx="6858000" cy="357300"/>
          </a:xfrm>
          <a:prstGeom prst="rect">
            <a:avLst/>
          </a:prstGeom>
          <a:noFill/>
          <a:ln>
            <a:noFill/>
          </a:ln>
        </p:spPr>
        <p:txBody>
          <a:bodyPr anchorCtr="0" anchor="t" bIns="91425" lIns="0" spcFirstLastPara="1" rIns="91425" wrap="square" tIns="0">
            <a:noAutofit/>
          </a:bodyPr>
          <a:lstStyle/>
          <a:p>
            <a:pPr indent="0" lvl="0" marL="0" rtl="0" algn="l">
              <a:lnSpc>
                <a:spcPct val="90000"/>
              </a:lnSpc>
              <a:spcBef>
                <a:spcPts val="0"/>
              </a:spcBef>
              <a:spcAft>
                <a:spcPts val="0"/>
              </a:spcAft>
              <a:buSzPts val="2100"/>
              <a:buNone/>
            </a:pPr>
            <a:r>
              <a:rPr lang="en"/>
              <a:t>React Forms</a:t>
            </a:r>
            <a:endParaRPr/>
          </a:p>
          <a:p>
            <a:pPr indent="0" lvl="0" marL="0" rtl="0" algn="l">
              <a:lnSpc>
                <a:spcPct val="90000"/>
              </a:lnSpc>
              <a:spcBef>
                <a:spcPts val="0"/>
              </a:spcBef>
              <a:spcAft>
                <a:spcPts val="0"/>
              </a:spcAft>
              <a:buSzPts val="2100"/>
              <a:buNone/>
            </a:pPr>
            <a:r>
              <a:t/>
            </a:r>
            <a:endParaRPr/>
          </a:p>
        </p:txBody>
      </p:sp>
      <p:sp>
        <p:nvSpPr>
          <p:cNvPr id="159" name="Google Shape;159;p27"/>
          <p:cNvSpPr txBox="1"/>
          <p:nvPr/>
        </p:nvSpPr>
        <p:spPr>
          <a:xfrm>
            <a:off x="290400" y="1066275"/>
            <a:ext cx="8563200" cy="3796200"/>
          </a:xfrm>
          <a:prstGeom prst="rect">
            <a:avLst/>
          </a:prstGeom>
          <a:noFill/>
          <a:ln>
            <a:noFill/>
          </a:ln>
        </p:spPr>
        <p:txBody>
          <a:bodyPr anchorCtr="0" anchor="t" bIns="0" lIns="0" spcFirstLastPara="1" rIns="0" wrap="square" tIns="0">
            <a:noAutofit/>
          </a:bodyPr>
          <a:lstStyle/>
          <a:p>
            <a:pPr indent="0" lvl="0" marL="0" rtl="0" algn="just">
              <a:lnSpc>
                <a:spcPct val="150000"/>
              </a:lnSpc>
              <a:spcBef>
                <a:spcPts val="0"/>
              </a:spcBef>
              <a:spcAft>
                <a:spcPts val="0"/>
              </a:spcAft>
              <a:buClr>
                <a:schemeClr val="dk1"/>
              </a:buClr>
              <a:buSzPts val="1100"/>
              <a:buFont typeface="Arial"/>
              <a:buNone/>
            </a:pPr>
            <a:r>
              <a:rPr lang="en" sz="1100">
                <a:solidFill>
                  <a:schemeClr val="dk1"/>
                </a:solidFill>
              </a:rPr>
              <a:t>Forms in React let users interact with data — but React doesn’t let the browser manage form state directly.</a:t>
            </a:r>
            <a:endParaRPr sz="1100">
              <a:solidFill>
                <a:schemeClr val="dk1"/>
              </a:solidFill>
            </a:endParaRPr>
          </a:p>
          <a:p>
            <a:pPr indent="0" lvl="0" marL="0" marR="0" rtl="0" algn="just">
              <a:lnSpc>
                <a:spcPct val="150000"/>
              </a:lnSpc>
              <a:spcBef>
                <a:spcPts val="0"/>
              </a:spcBef>
              <a:spcAft>
                <a:spcPts val="0"/>
              </a:spcAft>
              <a:buNone/>
            </a:pPr>
            <a:r>
              <a:rPr lang="en" sz="1100">
                <a:solidFill>
                  <a:schemeClr val="dk1"/>
                </a:solidFill>
              </a:rPr>
              <a:t>Instead, React takes control via </a:t>
            </a:r>
            <a:r>
              <a:rPr b="1" lang="en" sz="1100">
                <a:solidFill>
                  <a:schemeClr val="dk1"/>
                </a:solidFill>
              </a:rPr>
              <a:t>state</a:t>
            </a:r>
            <a:r>
              <a:rPr lang="en" sz="1100">
                <a:solidFill>
                  <a:schemeClr val="dk1"/>
                </a:solidFill>
              </a:rPr>
              <a:t> — so your inputs always reflect your app’s data.</a:t>
            </a:r>
            <a:endParaRPr sz="1100">
              <a:solidFill>
                <a:schemeClr val="dk1"/>
              </a:solidFill>
            </a:endParaRPr>
          </a:p>
          <a:p>
            <a:pPr indent="0" lvl="0" marL="0" marR="0" rtl="0" algn="just">
              <a:lnSpc>
                <a:spcPct val="150000"/>
              </a:lnSpc>
              <a:spcBef>
                <a:spcPts val="0"/>
              </a:spcBef>
              <a:spcAft>
                <a:spcPts val="0"/>
              </a:spcAft>
              <a:buNone/>
            </a:pPr>
            <a:r>
              <a:t/>
            </a:r>
            <a:endParaRPr sz="1100">
              <a:solidFill>
                <a:schemeClr val="dk1"/>
              </a:solidFill>
            </a:endParaRPr>
          </a:p>
          <a:p>
            <a:pPr indent="0" lvl="0" marL="0" marR="0" rtl="0" algn="just">
              <a:lnSpc>
                <a:spcPct val="150000"/>
              </a:lnSpc>
              <a:spcBef>
                <a:spcPts val="0"/>
              </a:spcBef>
              <a:spcAft>
                <a:spcPts val="0"/>
              </a:spcAft>
              <a:buNone/>
            </a:pPr>
            <a:r>
              <a:t/>
            </a:r>
            <a:endParaRPr sz="1100">
              <a:solidFill>
                <a:schemeClr val="dk1"/>
              </a:solidFill>
            </a:endParaRPr>
          </a:p>
          <a:p>
            <a:pPr indent="0" lvl="0" marL="0" marR="0" rtl="0" algn="just">
              <a:lnSpc>
                <a:spcPct val="150000"/>
              </a:lnSpc>
              <a:spcBef>
                <a:spcPts val="0"/>
              </a:spcBef>
              <a:spcAft>
                <a:spcPts val="0"/>
              </a:spcAft>
              <a:buNone/>
            </a:pPr>
            <a:r>
              <a:t/>
            </a:r>
            <a:endParaRPr sz="1100">
              <a:solidFill>
                <a:schemeClr val="dk1"/>
              </a:solidFill>
            </a:endParaRPr>
          </a:p>
          <a:p>
            <a:pPr indent="0" lvl="0" marL="0" marR="0" rtl="0" algn="just">
              <a:lnSpc>
                <a:spcPct val="150000"/>
              </a:lnSpc>
              <a:spcBef>
                <a:spcPts val="0"/>
              </a:spcBef>
              <a:spcAft>
                <a:spcPts val="0"/>
              </a:spcAft>
              <a:buNone/>
            </a:pPr>
            <a:r>
              <a:t/>
            </a:r>
            <a:endParaRPr sz="1100">
              <a:solidFill>
                <a:schemeClr val="dk1"/>
              </a:solidFill>
            </a:endParaRPr>
          </a:p>
        </p:txBody>
      </p:sp>
      <p:pic>
        <p:nvPicPr>
          <p:cNvPr id="160" name="Google Shape;160;p27"/>
          <p:cNvPicPr preferRelativeResize="0"/>
          <p:nvPr/>
        </p:nvPicPr>
        <p:blipFill>
          <a:blip r:embed="rId3">
            <a:alphaModFix/>
          </a:blip>
          <a:stretch>
            <a:fillRect/>
          </a:stretch>
        </p:blipFill>
        <p:spPr>
          <a:xfrm>
            <a:off x="152400" y="1953298"/>
            <a:ext cx="7810427" cy="18591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8"/>
          <p:cNvSpPr txBox="1"/>
          <p:nvPr>
            <p:ph type="ctrTitle"/>
          </p:nvPr>
        </p:nvSpPr>
        <p:spPr>
          <a:xfrm>
            <a:off x="264425" y="208500"/>
            <a:ext cx="6858000" cy="357300"/>
          </a:xfrm>
          <a:prstGeom prst="rect">
            <a:avLst/>
          </a:prstGeom>
          <a:noFill/>
          <a:ln>
            <a:noFill/>
          </a:ln>
        </p:spPr>
        <p:txBody>
          <a:bodyPr anchorCtr="0" anchor="t" bIns="91425" lIns="0" spcFirstLastPara="1" rIns="91425" wrap="square" tIns="0">
            <a:noAutofit/>
          </a:bodyPr>
          <a:lstStyle/>
          <a:p>
            <a:pPr indent="0" lvl="0" marL="0" rtl="0" algn="l">
              <a:spcBef>
                <a:spcPts val="0"/>
              </a:spcBef>
              <a:spcAft>
                <a:spcPts val="0"/>
              </a:spcAft>
              <a:buClr>
                <a:schemeClr val="dk1"/>
              </a:buClr>
              <a:buSzPts val="2100"/>
              <a:buFont typeface="Arial"/>
              <a:buNone/>
            </a:pPr>
            <a:r>
              <a:rPr lang="en"/>
              <a:t>React Forms</a:t>
            </a:r>
            <a:endParaRPr/>
          </a:p>
          <a:p>
            <a:pPr indent="0" lvl="0" marL="0" rtl="0" algn="l">
              <a:spcBef>
                <a:spcPts val="0"/>
              </a:spcBef>
              <a:spcAft>
                <a:spcPts val="0"/>
              </a:spcAft>
              <a:buClr>
                <a:schemeClr val="dk1"/>
              </a:buClr>
              <a:buSzPts val="2100"/>
              <a:buFont typeface="Arial"/>
              <a:buNone/>
            </a:pPr>
            <a:r>
              <a:t/>
            </a:r>
            <a:endParaRPr/>
          </a:p>
          <a:p>
            <a:pPr indent="0" lvl="0" marL="0" rtl="0" algn="l">
              <a:lnSpc>
                <a:spcPct val="90000"/>
              </a:lnSpc>
              <a:spcBef>
                <a:spcPts val="0"/>
              </a:spcBef>
              <a:spcAft>
                <a:spcPts val="0"/>
              </a:spcAft>
              <a:buSzPts val="2100"/>
              <a:buNone/>
            </a:pPr>
            <a:r>
              <a:t/>
            </a:r>
            <a:endParaRPr/>
          </a:p>
        </p:txBody>
      </p:sp>
      <p:sp>
        <p:nvSpPr>
          <p:cNvPr id="166" name="Google Shape;166;p28"/>
          <p:cNvSpPr txBox="1"/>
          <p:nvPr/>
        </p:nvSpPr>
        <p:spPr>
          <a:xfrm>
            <a:off x="221000" y="817625"/>
            <a:ext cx="8922900" cy="20778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a:t>Controlled:- Every keystroke updates React state → React re-renders → input shows the latest value.</a:t>
            </a:r>
            <a:endParaRPr/>
          </a:p>
          <a:p>
            <a:pPr indent="0" lvl="0" marL="0" rtl="0" algn="l">
              <a:lnSpc>
                <a:spcPct val="150000"/>
              </a:lnSpc>
              <a:spcBef>
                <a:spcPts val="0"/>
              </a:spcBef>
              <a:spcAft>
                <a:spcPts val="0"/>
              </a:spcAft>
              <a:buNone/>
            </a:pPr>
            <a:r>
              <a:rPr lang="en"/>
              <a:t>Un-controlled:- </a:t>
            </a:r>
            <a:r>
              <a:rPr lang="en">
                <a:solidFill>
                  <a:schemeClr val="dk1"/>
                </a:solidFill>
              </a:rPr>
              <a:t>React doesn’t manage the input value — it reads it </a:t>
            </a:r>
            <a:r>
              <a:rPr i="1" lang="en">
                <a:solidFill>
                  <a:schemeClr val="dk1"/>
                </a:solidFill>
              </a:rPr>
              <a:t>directly</a:t>
            </a:r>
            <a:r>
              <a:rPr lang="en">
                <a:solidFill>
                  <a:schemeClr val="dk1"/>
                </a:solidFill>
              </a:rPr>
              <a:t> from the DOM when needed.</a:t>
            </a:r>
            <a:endParaRPr>
              <a:solidFill>
                <a:schemeClr val="dk1"/>
              </a:solidFill>
            </a:endParaRPr>
          </a:p>
          <a:p>
            <a:pPr indent="0" lvl="0" marL="0" rtl="0" algn="l">
              <a:lnSpc>
                <a:spcPct val="150000"/>
              </a:lnSpc>
              <a:spcBef>
                <a:spcPts val="0"/>
              </a:spcBef>
              <a:spcAft>
                <a:spcPts val="0"/>
              </a:spcAft>
              <a:buNone/>
            </a:pPr>
            <a:r>
              <a:t/>
            </a:r>
            <a:endParaRPr/>
          </a:p>
          <a:p>
            <a:pPr indent="457200" lvl="0" marL="0" rtl="0" algn="l">
              <a:lnSpc>
                <a:spcPct val="150000"/>
              </a:lnSpc>
              <a:spcBef>
                <a:spcPts val="0"/>
              </a:spcBef>
              <a:spcAft>
                <a:spcPts val="0"/>
              </a:spcAft>
              <a:buNone/>
            </a:pPr>
            <a:r>
              <a:t/>
            </a:r>
            <a:endParaRPr sz="2400"/>
          </a:p>
          <a:p>
            <a:pPr indent="0" lvl="0" marL="0" rtl="0" algn="l">
              <a:lnSpc>
                <a:spcPct val="150000"/>
              </a:lnSpc>
              <a:spcBef>
                <a:spcPts val="0"/>
              </a:spcBef>
              <a:spcAft>
                <a:spcPts val="0"/>
              </a:spcAft>
              <a:buNone/>
            </a:pPr>
            <a:r>
              <a:rPr lang="en" sz="2400"/>
              <a:t>Code…</a:t>
            </a:r>
            <a:endParaRPr sz="2400">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9"/>
          <p:cNvSpPr txBox="1"/>
          <p:nvPr>
            <p:ph type="ctrTitle"/>
          </p:nvPr>
        </p:nvSpPr>
        <p:spPr>
          <a:xfrm>
            <a:off x="264425" y="208500"/>
            <a:ext cx="6858000" cy="357300"/>
          </a:xfrm>
          <a:prstGeom prst="rect">
            <a:avLst/>
          </a:prstGeom>
          <a:noFill/>
          <a:ln>
            <a:noFill/>
          </a:ln>
        </p:spPr>
        <p:txBody>
          <a:bodyPr anchorCtr="0" anchor="t" bIns="91425" lIns="0" spcFirstLastPara="1" rIns="91425" wrap="square" tIns="0">
            <a:noAutofit/>
          </a:bodyPr>
          <a:lstStyle/>
          <a:p>
            <a:pPr indent="0" lvl="0" marL="0" rtl="0" algn="l">
              <a:lnSpc>
                <a:spcPct val="150000"/>
              </a:lnSpc>
              <a:spcBef>
                <a:spcPts val="2400"/>
              </a:spcBef>
              <a:spcAft>
                <a:spcPts val="0"/>
              </a:spcAft>
              <a:buClr>
                <a:schemeClr val="dk1"/>
              </a:buClr>
              <a:buSzPts val="1100"/>
              <a:buFont typeface="Arial"/>
              <a:buNone/>
            </a:pPr>
            <a:r>
              <a:rPr lang="en" sz="2400">
                <a:highlight>
                  <a:srgbClr val="FFFFFF"/>
                </a:highlight>
                <a:latin typeface="Arial"/>
                <a:ea typeface="Arial"/>
                <a:cs typeface="Arial"/>
                <a:sym typeface="Arial"/>
              </a:rPr>
              <a:t>Fetch API</a:t>
            </a:r>
            <a:endParaRPr sz="2400">
              <a:highlight>
                <a:srgbClr val="FFFFFF"/>
              </a:highlight>
              <a:latin typeface="Arial"/>
              <a:ea typeface="Arial"/>
              <a:cs typeface="Arial"/>
              <a:sym typeface="Arial"/>
            </a:endParaRPr>
          </a:p>
          <a:p>
            <a:pPr indent="0" lvl="0" marL="0" rtl="0" algn="l">
              <a:lnSpc>
                <a:spcPct val="90000"/>
              </a:lnSpc>
              <a:spcBef>
                <a:spcPts val="600"/>
              </a:spcBef>
              <a:spcAft>
                <a:spcPts val="0"/>
              </a:spcAft>
              <a:buSzPts val="2100"/>
              <a:buNone/>
            </a:pPr>
            <a:r>
              <a:t/>
            </a:r>
            <a:endParaRPr sz="2400"/>
          </a:p>
        </p:txBody>
      </p:sp>
      <p:sp>
        <p:nvSpPr>
          <p:cNvPr id="172" name="Google Shape;172;p29"/>
          <p:cNvSpPr txBox="1"/>
          <p:nvPr/>
        </p:nvSpPr>
        <p:spPr>
          <a:xfrm>
            <a:off x="290400" y="1066275"/>
            <a:ext cx="8563200" cy="3796200"/>
          </a:xfrm>
          <a:prstGeom prst="rect">
            <a:avLst/>
          </a:prstGeom>
          <a:noFill/>
          <a:ln>
            <a:noFill/>
          </a:ln>
        </p:spPr>
        <p:txBody>
          <a:bodyPr anchorCtr="0" anchor="t" bIns="0" lIns="0" spcFirstLastPara="1" rIns="0" wrap="square" tIns="0">
            <a:noAutofit/>
          </a:bodyPr>
          <a:lstStyle/>
          <a:p>
            <a:pPr indent="0" lvl="0" marL="0" marR="0" rtl="0" algn="just">
              <a:lnSpc>
                <a:spcPct val="150000"/>
              </a:lnSpc>
              <a:spcBef>
                <a:spcPts val="0"/>
              </a:spcBef>
              <a:spcAft>
                <a:spcPts val="0"/>
              </a:spcAft>
              <a:buNone/>
            </a:pPr>
            <a:r>
              <a:rPr lang="en" sz="1200">
                <a:latin typeface="Trebuchet MS"/>
                <a:ea typeface="Trebuchet MS"/>
                <a:cs typeface="Trebuchet MS"/>
                <a:sym typeface="Trebuchet MS"/>
              </a:rPr>
              <a:t>The Fetch API provides a JavaScript interface for making HTTP requests and processing the responses.</a:t>
            </a:r>
            <a:endParaRPr sz="1200">
              <a:latin typeface="Trebuchet MS"/>
              <a:ea typeface="Trebuchet MS"/>
              <a:cs typeface="Trebuchet MS"/>
              <a:sym typeface="Trebuchet MS"/>
            </a:endParaRPr>
          </a:p>
          <a:p>
            <a:pPr indent="0" lvl="0" marL="0" marR="0" rtl="0" algn="just">
              <a:lnSpc>
                <a:spcPct val="150000"/>
              </a:lnSpc>
              <a:spcBef>
                <a:spcPts val="0"/>
              </a:spcBef>
              <a:spcAft>
                <a:spcPts val="0"/>
              </a:spcAft>
              <a:buNone/>
            </a:pPr>
            <a:r>
              <a:t/>
            </a:r>
            <a:endParaRPr sz="1200">
              <a:latin typeface="Trebuchet MS"/>
              <a:ea typeface="Trebuchet MS"/>
              <a:cs typeface="Trebuchet MS"/>
              <a:sym typeface="Trebuchet MS"/>
            </a:endParaRPr>
          </a:p>
          <a:p>
            <a:pPr indent="0" lvl="0" marL="0" marR="0" rtl="0" algn="just">
              <a:lnSpc>
                <a:spcPct val="150000"/>
              </a:lnSpc>
              <a:spcBef>
                <a:spcPts val="0"/>
              </a:spcBef>
              <a:spcAft>
                <a:spcPts val="0"/>
              </a:spcAft>
              <a:buNone/>
            </a:pPr>
            <a:r>
              <a:rPr lang="en" sz="1200">
                <a:latin typeface="Trebuchet MS"/>
                <a:ea typeface="Trebuchet MS"/>
                <a:cs typeface="Trebuchet MS"/>
                <a:sym typeface="Trebuchet MS"/>
              </a:rPr>
              <a:t>Fetch is the modern replacement for XMLHttpRequest: unlike XMLHttpRequest, which uses callbacks, Fetch is promise-based and is integrated with features of the modern web such as service workers and Cross-Origin Resource Sharing (CORS).</a:t>
            </a:r>
            <a:endParaRPr sz="1200">
              <a:latin typeface="Trebuchet MS"/>
              <a:ea typeface="Trebuchet MS"/>
              <a:cs typeface="Trebuchet MS"/>
              <a:sym typeface="Trebuchet MS"/>
            </a:endParaRPr>
          </a:p>
          <a:p>
            <a:pPr indent="0" lvl="0" marL="0" marR="0" rtl="0" algn="just">
              <a:lnSpc>
                <a:spcPct val="150000"/>
              </a:lnSpc>
              <a:spcBef>
                <a:spcPts val="0"/>
              </a:spcBef>
              <a:spcAft>
                <a:spcPts val="0"/>
              </a:spcAft>
              <a:buNone/>
            </a:pPr>
            <a:r>
              <a:t/>
            </a:r>
            <a:endParaRPr sz="1200">
              <a:latin typeface="Trebuchet MS"/>
              <a:ea typeface="Trebuchet MS"/>
              <a:cs typeface="Trebuchet MS"/>
              <a:sym typeface="Trebuchet MS"/>
            </a:endParaRPr>
          </a:p>
          <a:p>
            <a:pPr indent="0" lvl="0" marL="0" marR="0" rtl="0" algn="just">
              <a:lnSpc>
                <a:spcPct val="150000"/>
              </a:lnSpc>
              <a:spcBef>
                <a:spcPts val="0"/>
              </a:spcBef>
              <a:spcAft>
                <a:spcPts val="0"/>
              </a:spcAft>
              <a:buNone/>
            </a:pPr>
            <a:r>
              <a:rPr lang="en" sz="1200">
                <a:latin typeface="Trebuchet MS"/>
                <a:ea typeface="Trebuchet MS"/>
                <a:cs typeface="Trebuchet MS"/>
                <a:sym typeface="Trebuchet MS"/>
              </a:rPr>
              <a:t>The fetch() function returns a Promise which is fulfilled with a Response object representing the server's response. You can then check the request status and extract the body of the response in various formats, including text and JSON, by calling the appropriate method on the response.</a:t>
            </a:r>
            <a:endParaRPr sz="1200">
              <a:latin typeface="Trebuchet MS"/>
              <a:ea typeface="Trebuchet MS"/>
              <a:cs typeface="Trebuchet MS"/>
              <a:sym typeface="Trebuchet MS"/>
            </a:endParaRPr>
          </a:p>
          <a:p>
            <a:pPr indent="0" lvl="0" marL="0" marR="0" rtl="0" algn="just">
              <a:lnSpc>
                <a:spcPct val="150000"/>
              </a:lnSpc>
              <a:spcBef>
                <a:spcPts val="0"/>
              </a:spcBef>
              <a:spcAft>
                <a:spcPts val="0"/>
              </a:spcAft>
              <a:buNone/>
            </a:pPr>
            <a:r>
              <a:t/>
            </a:r>
            <a:endParaRPr sz="1200">
              <a:latin typeface="Trebuchet MS"/>
              <a:ea typeface="Trebuchet MS"/>
              <a:cs typeface="Trebuchet MS"/>
              <a:sym typeface="Trebuchet MS"/>
            </a:endParaRPr>
          </a:p>
          <a:p>
            <a:pPr indent="0" lvl="0" marL="0" marR="0" rtl="0" algn="just">
              <a:lnSpc>
                <a:spcPct val="150000"/>
              </a:lnSpc>
              <a:spcBef>
                <a:spcPts val="0"/>
              </a:spcBef>
              <a:spcAft>
                <a:spcPts val="0"/>
              </a:spcAft>
              <a:buNone/>
            </a:pPr>
            <a:r>
              <a:rPr lang="en" sz="1200">
                <a:latin typeface="Trebuchet MS"/>
                <a:ea typeface="Trebuchet MS"/>
                <a:cs typeface="Trebuchet MS"/>
                <a:sym typeface="Trebuchet MS"/>
              </a:rPr>
              <a:t>Syntax:-</a:t>
            </a:r>
            <a:r>
              <a:rPr lang="en" sz="1200">
                <a:solidFill>
                  <a:schemeClr val="dk1"/>
                </a:solidFill>
                <a:highlight>
                  <a:srgbClr val="EDEEF0"/>
                </a:highlight>
                <a:latin typeface="Trebuchet MS"/>
                <a:ea typeface="Trebuchet MS"/>
                <a:cs typeface="Trebuchet MS"/>
                <a:sym typeface="Trebuchet MS"/>
              </a:rPr>
              <a:t>await fetch(url)</a:t>
            </a:r>
            <a:endParaRPr sz="1200">
              <a:solidFill>
                <a:schemeClr val="dk1"/>
              </a:solidFill>
              <a:highlight>
                <a:srgbClr val="EDEEF0"/>
              </a:highlight>
              <a:latin typeface="Trebuchet MS"/>
              <a:ea typeface="Trebuchet MS"/>
              <a:cs typeface="Trebuchet MS"/>
              <a:sym typeface="Trebuchet MS"/>
            </a:endParaRPr>
          </a:p>
          <a:p>
            <a:pPr indent="0" lvl="0" marL="0" marR="0" rtl="0" algn="just">
              <a:lnSpc>
                <a:spcPct val="150000"/>
              </a:lnSpc>
              <a:spcBef>
                <a:spcPts val="0"/>
              </a:spcBef>
              <a:spcAft>
                <a:spcPts val="0"/>
              </a:spcAft>
              <a:buNone/>
            </a:pPr>
            <a:r>
              <a:t/>
            </a:r>
            <a:endParaRPr sz="1200">
              <a:solidFill>
                <a:schemeClr val="dk1"/>
              </a:solidFill>
              <a:highlight>
                <a:srgbClr val="EDEEF0"/>
              </a:highlight>
              <a:latin typeface="Trebuchet MS"/>
              <a:ea typeface="Trebuchet MS"/>
              <a:cs typeface="Trebuchet MS"/>
              <a:sym typeface="Trebuchet MS"/>
            </a:endParaRPr>
          </a:p>
          <a:p>
            <a:pPr indent="0" lvl="0" marL="0" marR="0" rtl="0" algn="just">
              <a:lnSpc>
                <a:spcPct val="150000"/>
              </a:lnSpc>
              <a:spcBef>
                <a:spcPts val="0"/>
              </a:spcBef>
              <a:spcAft>
                <a:spcPts val="0"/>
              </a:spcAft>
              <a:buNone/>
            </a:pPr>
            <a:r>
              <a:rPr lang="en" sz="1200">
                <a:solidFill>
                  <a:schemeClr val="dk1"/>
                </a:solidFill>
                <a:highlight>
                  <a:schemeClr val="lt1"/>
                </a:highlight>
                <a:latin typeface="Trebuchet MS"/>
                <a:ea typeface="Trebuchet MS"/>
                <a:cs typeface="Trebuchet MS"/>
                <a:sym typeface="Trebuchet MS"/>
              </a:rPr>
              <a:t>By default, fetch() makes a GET request, but you can use the method option to use a different request method:</a:t>
            </a:r>
            <a:endParaRPr sz="1200">
              <a:solidFill>
                <a:schemeClr val="dk1"/>
              </a:solidFill>
              <a:highlight>
                <a:schemeClr val="lt1"/>
              </a:highlight>
              <a:latin typeface="Trebuchet MS"/>
              <a:ea typeface="Trebuchet MS"/>
              <a:cs typeface="Trebuchet MS"/>
              <a:sym typeface="Trebuchet M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30"/>
          <p:cNvSpPr txBox="1"/>
          <p:nvPr>
            <p:ph type="ctrTitle"/>
          </p:nvPr>
        </p:nvSpPr>
        <p:spPr>
          <a:xfrm>
            <a:off x="264425" y="208500"/>
            <a:ext cx="6858000" cy="357300"/>
          </a:xfrm>
          <a:prstGeom prst="rect">
            <a:avLst/>
          </a:prstGeom>
          <a:noFill/>
          <a:ln>
            <a:noFill/>
          </a:ln>
        </p:spPr>
        <p:txBody>
          <a:bodyPr anchorCtr="0" anchor="t" bIns="91425" lIns="0" spcFirstLastPara="1" rIns="91425" wrap="square" tIns="0">
            <a:noAutofit/>
          </a:bodyPr>
          <a:lstStyle/>
          <a:p>
            <a:pPr indent="0" lvl="0" marL="0" rtl="0" algn="l">
              <a:lnSpc>
                <a:spcPct val="150000"/>
              </a:lnSpc>
              <a:spcBef>
                <a:spcPts val="2400"/>
              </a:spcBef>
              <a:spcAft>
                <a:spcPts val="0"/>
              </a:spcAft>
              <a:buClr>
                <a:schemeClr val="dk1"/>
              </a:buClr>
              <a:buSzPts val="1100"/>
              <a:buFont typeface="Arial"/>
              <a:buNone/>
            </a:pPr>
            <a:r>
              <a:rPr lang="en" sz="2400">
                <a:highlight>
                  <a:srgbClr val="FFFFFF"/>
                </a:highlight>
                <a:latin typeface="Arial"/>
                <a:ea typeface="Arial"/>
                <a:cs typeface="Arial"/>
                <a:sym typeface="Arial"/>
              </a:rPr>
              <a:t>Fetch API Example - GET</a:t>
            </a:r>
            <a:endParaRPr sz="2400">
              <a:highlight>
                <a:srgbClr val="FFFFFF"/>
              </a:highlight>
              <a:latin typeface="Arial"/>
              <a:ea typeface="Arial"/>
              <a:cs typeface="Arial"/>
              <a:sym typeface="Arial"/>
            </a:endParaRPr>
          </a:p>
          <a:p>
            <a:pPr indent="0" lvl="0" marL="0" rtl="0" algn="l">
              <a:spcBef>
                <a:spcPts val="600"/>
              </a:spcBef>
              <a:spcAft>
                <a:spcPts val="0"/>
              </a:spcAft>
              <a:buClr>
                <a:schemeClr val="dk1"/>
              </a:buClr>
              <a:buSzPts val="2100"/>
              <a:buFont typeface="Arial"/>
              <a:buNone/>
            </a:pPr>
            <a:r>
              <a:t/>
            </a:r>
            <a:endParaRPr sz="2400"/>
          </a:p>
          <a:p>
            <a:pPr indent="0" lvl="0" marL="0" rtl="0" algn="l">
              <a:lnSpc>
                <a:spcPct val="90000"/>
              </a:lnSpc>
              <a:spcBef>
                <a:spcPts val="0"/>
              </a:spcBef>
              <a:spcAft>
                <a:spcPts val="0"/>
              </a:spcAft>
              <a:buSzPts val="2100"/>
              <a:buNone/>
            </a:pPr>
            <a:r>
              <a:t/>
            </a:r>
            <a:endParaRPr/>
          </a:p>
        </p:txBody>
      </p:sp>
      <p:sp>
        <p:nvSpPr>
          <p:cNvPr id="178" name="Google Shape;178;p30"/>
          <p:cNvSpPr txBox="1"/>
          <p:nvPr/>
        </p:nvSpPr>
        <p:spPr>
          <a:xfrm>
            <a:off x="264425" y="931725"/>
            <a:ext cx="8444400" cy="646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sz="1200">
                <a:solidFill>
                  <a:schemeClr val="dk1"/>
                </a:solidFill>
                <a:highlight>
                  <a:srgbClr val="FFFFFF"/>
                </a:highlight>
              </a:rPr>
              <a:t>The </a:t>
            </a:r>
            <a:r>
              <a:rPr lang="en" sz="1200">
                <a:solidFill>
                  <a:srgbClr val="188038"/>
                </a:solidFill>
                <a:highlight>
                  <a:srgbClr val="EDEEF0"/>
                </a:highlight>
                <a:latin typeface="Courier New"/>
                <a:ea typeface="Courier New"/>
                <a:cs typeface="Courier New"/>
                <a:sym typeface="Courier New"/>
              </a:rPr>
              <a:t>fetch()</a:t>
            </a:r>
            <a:r>
              <a:rPr lang="en" sz="1200">
                <a:solidFill>
                  <a:schemeClr val="dk1"/>
                </a:solidFill>
                <a:highlight>
                  <a:srgbClr val="FFFFFF"/>
                </a:highlight>
              </a:rPr>
              <a:t> function will reject the promise on some errors, but not if the server responds with an error status like </a:t>
            </a:r>
            <a:r>
              <a:rPr lang="en" sz="1200" u="sng">
                <a:solidFill>
                  <a:srgbClr val="044C9F"/>
                </a:solidFill>
                <a:highlight>
                  <a:srgbClr val="EDEEF0"/>
                </a:highlight>
                <a:latin typeface="Courier New"/>
                <a:ea typeface="Courier New"/>
                <a:cs typeface="Courier New"/>
                <a:sym typeface="Courier New"/>
                <a:hlinkClick r:id="rId3">
                  <a:extLst>
                    <a:ext uri="{A12FA001-AC4F-418D-AE19-62706E023703}">
                      <ahyp:hlinkClr val="tx"/>
                    </a:ext>
                  </a:extLst>
                </a:hlinkClick>
              </a:rPr>
              <a:t>404</a:t>
            </a:r>
            <a:r>
              <a:rPr lang="en" sz="1200">
                <a:solidFill>
                  <a:schemeClr val="dk1"/>
                </a:solidFill>
                <a:highlight>
                  <a:srgbClr val="FFFFFF"/>
                </a:highlight>
              </a:rPr>
              <a:t>: so we also check the response status and throw if it is not OK.</a:t>
            </a:r>
            <a:endParaRPr sz="1100"/>
          </a:p>
        </p:txBody>
      </p:sp>
      <p:pic>
        <p:nvPicPr>
          <p:cNvPr id="179" name="Google Shape;179;p30"/>
          <p:cNvPicPr preferRelativeResize="0"/>
          <p:nvPr/>
        </p:nvPicPr>
        <p:blipFill>
          <a:blip r:embed="rId4">
            <a:alphaModFix/>
          </a:blip>
          <a:stretch>
            <a:fillRect/>
          </a:stretch>
        </p:blipFill>
        <p:spPr>
          <a:xfrm>
            <a:off x="207400" y="1734675"/>
            <a:ext cx="5723498" cy="3134301"/>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31"/>
          <p:cNvSpPr txBox="1"/>
          <p:nvPr>
            <p:ph type="ctrTitle"/>
          </p:nvPr>
        </p:nvSpPr>
        <p:spPr>
          <a:xfrm>
            <a:off x="264425" y="208500"/>
            <a:ext cx="6858000" cy="357300"/>
          </a:xfrm>
          <a:prstGeom prst="rect">
            <a:avLst/>
          </a:prstGeom>
        </p:spPr>
        <p:txBody>
          <a:bodyPr anchorCtr="0" anchor="t" bIns="91425" lIns="0" spcFirstLastPara="1" rIns="91425" wrap="square" tIns="0">
            <a:noAutofit/>
          </a:bodyPr>
          <a:lstStyle/>
          <a:p>
            <a:pPr indent="0" lvl="0" marL="0" rtl="0" algn="l">
              <a:lnSpc>
                <a:spcPct val="150000"/>
              </a:lnSpc>
              <a:spcBef>
                <a:spcPts val="2400"/>
              </a:spcBef>
              <a:spcAft>
                <a:spcPts val="0"/>
              </a:spcAft>
              <a:buClr>
                <a:schemeClr val="dk1"/>
              </a:buClr>
              <a:buSzPts val="1100"/>
              <a:buFont typeface="Arial"/>
              <a:buNone/>
            </a:pPr>
            <a:r>
              <a:rPr lang="en" sz="2400">
                <a:highlight>
                  <a:srgbClr val="FFFFFF"/>
                </a:highlight>
                <a:latin typeface="Arial"/>
                <a:ea typeface="Arial"/>
                <a:cs typeface="Arial"/>
                <a:sym typeface="Arial"/>
              </a:rPr>
              <a:t>Fetch API Example - POST</a:t>
            </a:r>
            <a:endParaRPr sz="2400">
              <a:highlight>
                <a:srgbClr val="FFFFFF"/>
              </a:highlight>
              <a:latin typeface="Arial"/>
              <a:ea typeface="Arial"/>
              <a:cs typeface="Arial"/>
              <a:sym typeface="Arial"/>
            </a:endParaRPr>
          </a:p>
          <a:p>
            <a:pPr indent="0" lvl="0" marL="0" rtl="0" algn="l">
              <a:spcBef>
                <a:spcPts val="600"/>
              </a:spcBef>
              <a:spcAft>
                <a:spcPts val="0"/>
              </a:spcAft>
              <a:buClr>
                <a:schemeClr val="dk1"/>
              </a:buClr>
              <a:buSzPts val="2100"/>
              <a:buFont typeface="Arial"/>
              <a:buNone/>
            </a:pPr>
            <a:r>
              <a:t/>
            </a:r>
            <a:endParaRPr sz="2400"/>
          </a:p>
          <a:p>
            <a:pPr indent="0" lvl="0" marL="0" rtl="0" algn="l">
              <a:spcBef>
                <a:spcPts val="0"/>
              </a:spcBef>
              <a:spcAft>
                <a:spcPts val="0"/>
              </a:spcAft>
              <a:buClr>
                <a:schemeClr val="dk1"/>
              </a:buClr>
              <a:buSzPts val="2100"/>
              <a:buFont typeface="Arial"/>
              <a:buNone/>
            </a:pPr>
            <a:r>
              <a:t/>
            </a:r>
            <a:endParaRPr/>
          </a:p>
          <a:p>
            <a:pPr indent="0" lvl="0" marL="0" rtl="0" algn="l">
              <a:spcBef>
                <a:spcPts val="0"/>
              </a:spcBef>
              <a:spcAft>
                <a:spcPts val="0"/>
              </a:spcAft>
              <a:buNone/>
            </a:pPr>
            <a:r>
              <a:t/>
            </a:r>
            <a:endParaRPr/>
          </a:p>
        </p:txBody>
      </p:sp>
      <p:sp>
        <p:nvSpPr>
          <p:cNvPr id="185" name="Google Shape;185;p31"/>
          <p:cNvSpPr txBox="1"/>
          <p:nvPr/>
        </p:nvSpPr>
        <p:spPr>
          <a:xfrm>
            <a:off x="290400" y="1066275"/>
            <a:ext cx="8563200" cy="3796200"/>
          </a:xfrm>
          <a:prstGeom prst="rect">
            <a:avLst/>
          </a:prstGeom>
          <a:noFill/>
          <a:ln>
            <a:noFill/>
          </a:ln>
        </p:spPr>
        <p:txBody>
          <a:bodyPr anchorCtr="0" anchor="t" bIns="0" lIns="0" spcFirstLastPara="1" rIns="0" wrap="square" tIns="0">
            <a:noAutofit/>
          </a:bodyPr>
          <a:lstStyle/>
          <a:p>
            <a:pPr indent="0" lvl="0" marL="0" rtl="0" algn="just">
              <a:lnSpc>
                <a:spcPct val="150000"/>
              </a:lnSpc>
              <a:spcBef>
                <a:spcPts val="0"/>
              </a:spcBef>
              <a:spcAft>
                <a:spcPts val="0"/>
              </a:spcAft>
              <a:buClr>
                <a:schemeClr val="dk1"/>
              </a:buClr>
              <a:buSzPts val="1100"/>
              <a:buFont typeface="Arial"/>
              <a:buNone/>
            </a:pPr>
            <a:r>
              <a:rPr lang="en" sz="1100">
                <a:solidFill>
                  <a:schemeClr val="dk1"/>
                </a:solidFill>
              </a:rPr>
              <a:t>const response = await fetch("https://example.org/post", {</a:t>
            </a:r>
            <a:endParaRPr sz="1100">
              <a:solidFill>
                <a:schemeClr val="dk1"/>
              </a:solidFill>
            </a:endParaRPr>
          </a:p>
          <a:p>
            <a:pPr indent="0" lvl="0" marL="0" rtl="0" algn="just">
              <a:lnSpc>
                <a:spcPct val="150000"/>
              </a:lnSpc>
              <a:spcBef>
                <a:spcPts val="0"/>
              </a:spcBef>
              <a:spcAft>
                <a:spcPts val="0"/>
              </a:spcAft>
              <a:buClr>
                <a:schemeClr val="dk1"/>
              </a:buClr>
              <a:buSzPts val="1100"/>
              <a:buFont typeface="Arial"/>
              <a:buNone/>
            </a:pPr>
            <a:r>
              <a:rPr lang="en" sz="1100">
                <a:solidFill>
                  <a:schemeClr val="dk1"/>
                </a:solidFill>
              </a:rPr>
              <a:t>  method: "POST",</a:t>
            </a:r>
            <a:endParaRPr sz="1100">
              <a:solidFill>
                <a:schemeClr val="dk1"/>
              </a:solidFill>
            </a:endParaRPr>
          </a:p>
          <a:p>
            <a:pPr indent="0" lvl="0" marL="0" rtl="0" algn="just">
              <a:lnSpc>
                <a:spcPct val="150000"/>
              </a:lnSpc>
              <a:spcBef>
                <a:spcPts val="0"/>
              </a:spcBef>
              <a:spcAft>
                <a:spcPts val="0"/>
              </a:spcAft>
              <a:buClr>
                <a:schemeClr val="dk1"/>
              </a:buClr>
              <a:buSzPts val="1100"/>
              <a:buFont typeface="Arial"/>
              <a:buNone/>
            </a:pPr>
            <a:r>
              <a:rPr lang="en" sz="1100">
                <a:solidFill>
                  <a:schemeClr val="dk1"/>
                </a:solidFill>
              </a:rPr>
              <a:t>  body: JSON.stringify({ username: "example" }),</a:t>
            </a:r>
            <a:endParaRPr sz="1100">
              <a:solidFill>
                <a:schemeClr val="dk1"/>
              </a:solidFill>
            </a:endParaRPr>
          </a:p>
          <a:p>
            <a:pPr indent="0" lvl="0" marL="0" rtl="0" algn="just">
              <a:lnSpc>
                <a:spcPct val="150000"/>
              </a:lnSpc>
              <a:spcBef>
                <a:spcPts val="0"/>
              </a:spcBef>
              <a:spcAft>
                <a:spcPts val="0"/>
              </a:spcAft>
              <a:buClr>
                <a:schemeClr val="dk1"/>
              </a:buClr>
              <a:buSzPts val="1100"/>
              <a:buFont typeface="Arial"/>
              <a:buNone/>
            </a:pPr>
            <a:r>
              <a:rPr lang="en" sz="1100">
                <a:solidFill>
                  <a:schemeClr val="dk1"/>
                </a:solidFill>
              </a:rPr>
              <a:t>  // …</a:t>
            </a:r>
            <a:endParaRPr sz="1100">
              <a:solidFill>
                <a:schemeClr val="dk1"/>
              </a:solidFill>
            </a:endParaRPr>
          </a:p>
          <a:p>
            <a:pPr indent="0" lvl="0" marL="0" rtl="0" algn="just">
              <a:lnSpc>
                <a:spcPct val="150000"/>
              </a:lnSpc>
              <a:spcBef>
                <a:spcPts val="0"/>
              </a:spcBef>
              <a:spcAft>
                <a:spcPts val="0"/>
              </a:spcAft>
              <a:buClr>
                <a:schemeClr val="dk1"/>
              </a:buClr>
              <a:buSzPts val="1100"/>
              <a:buFont typeface="Arial"/>
              <a:buNone/>
            </a:pPr>
            <a:r>
              <a:rPr lang="en" sz="1100">
                <a:solidFill>
                  <a:schemeClr val="dk1"/>
                </a:solidFill>
              </a:rPr>
              <a:t>});</a:t>
            </a:r>
            <a:endParaRPr sz="1100">
              <a:solidFill>
                <a:schemeClr val="dk1"/>
              </a:solidFill>
            </a:endParaRPr>
          </a:p>
          <a:p>
            <a:pPr indent="0" lvl="0" marL="0" marR="0" rtl="0" algn="just">
              <a:lnSpc>
                <a:spcPct val="150000"/>
              </a:lnSpc>
              <a:spcBef>
                <a:spcPts val="0"/>
              </a:spcBef>
              <a:spcAft>
                <a:spcPts val="0"/>
              </a:spcAft>
              <a:buNone/>
            </a:pPr>
            <a:r>
              <a:t/>
            </a:r>
            <a:endParaRPr sz="1100">
              <a:solidFill>
                <a:schemeClr val="dk1"/>
              </a:solidFill>
            </a:endParaRPr>
          </a:p>
          <a:p>
            <a:pPr indent="0" lvl="0" marL="0" marR="0" rtl="0" algn="just">
              <a:lnSpc>
                <a:spcPct val="150000"/>
              </a:lnSpc>
              <a:spcBef>
                <a:spcPts val="0"/>
              </a:spcBef>
              <a:spcAft>
                <a:spcPts val="0"/>
              </a:spcAft>
              <a:buNone/>
            </a:pPr>
            <a:r>
              <a:rPr lang="en" sz="1100">
                <a:solidFill>
                  <a:schemeClr val="dk1"/>
                </a:solidFill>
              </a:rPr>
              <a:t>Setting request headers:-</a:t>
            </a:r>
            <a:br>
              <a:rPr lang="en" sz="1100">
                <a:solidFill>
                  <a:schemeClr val="dk1"/>
                </a:solidFill>
              </a:rPr>
            </a:br>
            <a:r>
              <a:rPr lang="en" sz="1100">
                <a:solidFill>
                  <a:schemeClr val="dk1"/>
                </a:solidFill>
              </a:rPr>
              <a:t>const response = await fetch("https://example.org/post", {</a:t>
            </a:r>
            <a:endParaRPr sz="1100">
              <a:solidFill>
                <a:schemeClr val="dk1"/>
              </a:solidFill>
            </a:endParaRPr>
          </a:p>
          <a:p>
            <a:pPr indent="0" lvl="0" marL="0" rtl="0" algn="just">
              <a:lnSpc>
                <a:spcPct val="150000"/>
              </a:lnSpc>
              <a:spcBef>
                <a:spcPts val="0"/>
              </a:spcBef>
              <a:spcAft>
                <a:spcPts val="0"/>
              </a:spcAft>
              <a:buClr>
                <a:schemeClr val="dk1"/>
              </a:buClr>
              <a:buSzPts val="1100"/>
              <a:buFont typeface="Arial"/>
              <a:buNone/>
            </a:pPr>
            <a:r>
              <a:rPr lang="en" sz="1100">
                <a:solidFill>
                  <a:schemeClr val="dk1"/>
                </a:solidFill>
              </a:rPr>
              <a:t>  method: "POST",</a:t>
            </a:r>
            <a:endParaRPr sz="1100">
              <a:solidFill>
                <a:schemeClr val="dk1"/>
              </a:solidFill>
            </a:endParaRPr>
          </a:p>
          <a:p>
            <a:pPr indent="0" lvl="0" marL="0" rtl="0" algn="just">
              <a:lnSpc>
                <a:spcPct val="150000"/>
              </a:lnSpc>
              <a:spcBef>
                <a:spcPts val="0"/>
              </a:spcBef>
              <a:spcAft>
                <a:spcPts val="0"/>
              </a:spcAft>
              <a:buClr>
                <a:schemeClr val="dk1"/>
              </a:buClr>
              <a:buSzPts val="1100"/>
              <a:buFont typeface="Arial"/>
              <a:buNone/>
            </a:pPr>
            <a:r>
              <a:rPr lang="en" sz="1100">
                <a:solidFill>
                  <a:schemeClr val="dk1"/>
                </a:solidFill>
              </a:rPr>
              <a:t>  headers: {</a:t>
            </a:r>
            <a:endParaRPr sz="1100">
              <a:solidFill>
                <a:schemeClr val="dk1"/>
              </a:solidFill>
            </a:endParaRPr>
          </a:p>
          <a:p>
            <a:pPr indent="0" lvl="0" marL="0" rtl="0" algn="just">
              <a:lnSpc>
                <a:spcPct val="150000"/>
              </a:lnSpc>
              <a:spcBef>
                <a:spcPts val="0"/>
              </a:spcBef>
              <a:spcAft>
                <a:spcPts val="0"/>
              </a:spcAft>
              <a:buClr>
                <a:schemeClr val="dk1"/>
              </a:buClr>
              <a:buSzPts val="1100"/>
              <a:buFont typeface="Arial"/>
              <a:buNone/>
            </a:pPr>
            <a:r>
              <a:rPr lang="en" sz="1100">
                <a:solidFill>
                  <a:schemeClr val="dk1"/>
                </a:solidFill>
              </a:rPr>
              <a:t>    "Content-Type": "application/json",</a:t>
            </a:r>
            <a:endParaRPr sz="1100">
              <a:solidFill>
                <a:schemeClr val="dk1"/>
              </a:solidFill>
            </a:endParaRPr>
          </a:p>
          <a:p>
            <a:pPr indent="0" lvl="0" marL="0" rtl="0" algn="just">
              <a:lnSpc>
                <a:spcPct val="150000"/>
              </a:lnSpc>
              <a:spcBef>
                <a:spcPts val="0"/>
              </a:spcBef>
              <a:spcAft>
                <a:spcPts val="0"/>
              </a:spcAft>
              <a:buClr>
                <a:schemeClr val="dk1"/>
              </a:buClr>
              <a:buSzPts val="1100"/>
              <a:buFont typeface="Arial"/>
              <a:buNone/>
            </a:pPr>
            <a:r>
              <a:rPr lang="en" sz="1100">
                <a:solidFill>
                  <a:schemeClr val="dk1"/>
                </a:solidFill>
              </a:rPr>
              <a:t>  },</a:t>
            </a:r>
            <a:endParaRPr sz="1100">
              <a:solidFill>
                <a:schemeClr val="dk1"/>
              </a:solidFill>
            </a:endParaRPr>
          </a:p>
          <a:p>
            <a:pPr indent="0" lvl="0" marL="0" rtl="0" algn="just">
              <a:lnSpc>
                <a:spcPct val="150000"/>
              </a:lnSpc>
              <a:spcBef>
                <a:spcPts val="0"/>
              </a:spcBef>
              <a:spcAft>
                <a:spcPts val="0"/>
              </a:spcAft>
              <a:buClr>
                <a:schemeClr val="dk1"/>
              </a:buClr>
              <a:buSzPts val="1100"/>
              <a:buFont typeface="Arial"/>
              <a:buNone/>
            </a:pPr>
            <a:r>
              <a:rPr lang="en" sz="1100">
                <a:solidFill>
                  <a:schemeClr val="dk1"/>
                </a:solidFill>
              </a:rPr>
              <a:t>  body: JSON.stringify({ username: "example" }),</a:t>
            </a:r>
            <a:endParaRPr sz="1100">
              <a:solidFill>
                <a:schemeClr val="dk1"/>
              </a:solidFill>
            </a:endParaRPr>
          </a:p>
          <a:p>
            <a:pPr indent="0" lvl="0" marL="0" rtl="0" algn="just">
              <a:lnSpc>
                <a:spcPct val="150000"/>
              </a:lnSpc>
              <a:spcBef>
                <a:spcPts val="0"/>
              </a:spcBef>
              <a:spcAft>
                <a:spcPts val="0"/>
              </a:spcAft>
              <a:buClr>
                <a:schemeClr val="dk1"/>
              </a:buClr>
              <a:buSzPts val="1100"/>
              <a:buFont typeface="Arial"/>
              <a:buNone/>
            </a:pPr>
            <a:r>
              <a:rPr lang="en" sz="1100">
                <a:solidFill>
                  <a:schemeClr val="dk1"/>
                </a:solidFill>
              </a:rPr>
              <a:t>  // …</a:t>
            </a:r>
            <a:endParaRPr sz="1100">
              <a:solidFill>
                <a:schemeClr val="dk1"/>
              </a:solidFill>
            </a:endParaRPr>
          </a:p>
          <a:p>
            <a:pPr indent="0" lvl="0" marL="0" rtl="0" algn="just">
              <a:lnSpc>
                <a:spcPct val="150000"/>
              </a:lnSpc>
              <a:spcBef>
                <a:spcPts val="0"/>
              </a:spcBef>
              <a:spcAft>
                <a:spcPts val="0"/>
              </a:spcAft>
              <a:buClr>
                <a:schemeClr val="dk1"/>
              </a:buClr>
              <a:buSzPts val="1100"/>
              <a:buFont typeface="Arial"/>
              <a:buNone/>
            </a:pPr>
            <a:r>
              <a:rPr lang="en" sz="1100">
                <a:solidFill>
                  <a:schemeClr val="dk1"/>
                </a:solidFill>
              </a:rPr>
              <a:t>});</a:t>
            </a:r>
            <a:endParaRPr sz="1100">
              <a:solidFill>
                <a:schemeClr val="dk1"/>
              </a:solidFill>
            </a:endParaRPr>
          </a:p>
          <a:p>
            <a:pPr indent="0" lvl="0" marL="0" marR="0" rtl="0" algn="just">
              <a:lnSpc>
                <a:spcPct val="150000"/>
              </a:lnSpc>
              <a:spcBef>
                <a:spcPts val="0"/>
              </a:spcBef>
              <a:spcAft>
                <a:spcPts val="0"/>
              </a:spcAft>
              <a:buNone/>
            </a:pPr>
            <a:r>
              <a:t/>
            </a:r>
            <a:endParaRPr sz="1100">
              <a:solidFill>
                <a:schemeClr val="dk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2"/>
          <p:cNvSpPr txBox="1"/>
          <p:nvPr>
            <p:ph type="ctrTitle"/>
          </p:nvPr>
        </p:nvSpPr>
        <p:spPr>
          <a:xfrm>
            <a:off x="264425" y="208500"/>
            <a:ext cx="6858000" cy="3573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Making cross-origin requests</a:t>
            </a:r>
            <a:endParaRPr/>
          </a:p>
        </p:txBody>
      </p:sp>
      <p:sp>
        <p:nvSpPr>
          <p:cNvPr id="191" name="Google Shape;191;p32"/>
          <p:cNvSpPr txBox="1"/>
          <p:nvPr/>
        </p:nvSpPr>
        <p:spPr>
          <a:xfrm>
            <a:off x="290400" y="742950"/>
            <a:ext cx="8563200" cy="4175700"/>
          </a:xfrm>
          <a:prstGeom prst="rect">
            <a:avLst/>
          </a:prstGeom>
          <a:noFill/>
          <a:ln>
            <a:noFill/>
          </a:ln>
        </p:spPr>
        <p:txBody>
          <a:bodyPr anchorCtr="0" anchor="t" bIns="0" lIns="0" spcFirstLastPara="1" rIns="0" wrap="square" tIns="0">
            <a:noAutofit/>
          </a:bodyPr>
          <a:lstStyle/>
          <a:p>
            <a:pPr indent="0" lvl="0" marL="0" rtl="0" algn="just">
              <a:lnSpc>
                <a:spcPct val="150000"/>
              </a:lnSpc>
              <a:spcBef>
                <a:spcPts val="0"/>
              </a:spcBef>
              <a:spcAft>
                <a:spcPts val="0"/>
              </a:spcAft>
              <a:buNone/>
            </a:pPr>
            <a:r>
              <a:rPr lang="en" sz="1200">
                <a:solidFill>
                  <a:schemeClr val="dk1"/>
                </a:solidFill>
                <a:highlight>
                  <a:srgbClr val="FFFFFF"/>
                </a:highlight>
                <a:latin typeface="Trebuchet MS"/>
                <a:ea typeface="Trebuchet MS"/>
                <a:cs typeface="Trebuchet MS"/>
                <a:sym typeface="Trebuchet MS"/>
              </a:rPr>
              <a:t>Whether a request can be made cross-origin or not is determined by the value of the </a:t>
            </a:r>
            <a:r>
              <a:rPr lang="en" sz="1200" u="sng">
                <a:solidFill>
                  <a:srgbClr val="044C9F"/>
                </a:solidFill>
                <a:highlight>
                  <a:srgbClr val="EDEEF0"/>
                </a:highlight>
                <a:latin typeface="Trebuchet MS"/>
                <a:ea typeface="Trebuchet MS"/>
                <a:cs typeface="Trebuchet MS"/>
                <a:sym typeface="Trebuchet MS"/>
                <a:hlinkClick r:id="rId3">
                  <a:extLst>
                    <a:ext uri="{A12FA001-AC4F-418D-AE19-62706E023703}">
                      <ahyp:hlinkClr val="tx"/>
                    </a:ext>
                  </a:extLst>
                </a:hlinkClick>
              </a:rPr>
              <a:t>RequestInit.mode</a:t>
            </a:r>
            <a:r>
              <a:rPr lang="en" sz="1200">
                <a:solidFill>
                  <a:schemeClr val="dk1"/>
                </a:solidFill>
                <a:highlight>
                  <a:srgbClr val="FFFFFF"/>
                </a:highlight>
                <a:latin typeface="Trebuchet MS"/>
                <a:ea typeface="Trebuchet MS"/>
                <a:cs typeface="Trebuchet MS"/>
                <a:sym typeface="Trebuchet MS"/>
              </a:rPr>
              <a:t> option. This may take one of three values: </a:t>
            </a:r>
            <a:r>
              <a:rPr lang="en" sz="1200">
                <a:solidFill>
                  <a:srgbClr val="188038"/>
                </a:solidFill>
                <a:highlight>
                  <a:srgbClr val="EDEEF0"/>
                </a:highlight>
                <a:latin typeface="Trebuchet MS"/>
                <a:ea typeface="Trebuchet MS"/>
                <a:cs typeface="Trebuchet MS"/>
                <a:sym typeface="Trebuchet MS"/>
              </a:rPr>
              <a:t>cors</a:t>
            </a:r>
            <a:r>
              <a:rPr lang="en" sz="1200">
                <a:solidFill>
                  <a:schemeClr val="dk1"/>
                </a:solidFill>
                <a:highlight>
                  <a:srgbClr val="FFFFFF"/>
                </a:highlight>
                <a:latin typeface="Trebuchet MS"/>
                <a:ea typeface="Trebuchet MS"/>
                <a:cs typeface="Trebuchet MS"/>
                <a:sym typeface="Trebuchet MS"/>
              </a:rPr>
              <a:t>, </a:t>
            </a:r>
            <a:r>
              <a:rPr lang="en" sz="1200">
                <a:solidFill>
                  <a:srgbClr val="188038"/>
                </a:solidFill>
                <a:highlight>
                  <a:srgbClr val="EDEEF0"/>
                </a:highlight>
                <a:latin typeface="Trebuchet MS"/>
                <a:ea typeface="Trebuchet MS"/>
                <a:cs typeface="Trebuchet MS"/>
                <a:sym typeface="Trebuchet MS"/>
              </a:rPr>
              <a:t>same-origin</a:t>
            </a:r>
            <a:r>
              <a:rPr lang="en" sz="1200">
                <a:solidFill>
                  <a:schemeClr val="dk1"/>
                </a:solidFill>
                <a:highlight>
                  <a:srgbClr val="FFFFFF"/>
                </a:highlight>
                <a:latin typeface="Trebuchet MS"/>
                <a:ea typeface="Trebuchet MS"/>
                <a:cs typeface="Trebuchet MS"/>
                <a:sym typeface="Trebuchet MS"/>
              </a:rPr>
              <a:t>, or </a:t>
            </a:r>
            <a:r>
              <a:rPr lang="en" sz="1200">
                <a:solidFill>
                  <a:srgbClr val="188038"/>
                </a:solidFill>
                <a:highlight>
                  <a:srgbClr val="EDEEF0"/>
                </a:highlight>
                <a:latin typeface="Trebuchet MS"/>
                <a:ea typeface="Trebuchet MS"/>
                <a:cs typeface="Trebuchet MS"/>
                <a:sym typeface="Trebuchet MS"/>
              </a:rPr>
              <a:t>no-cors</a:t>
            </a:r>
            <a:r>
              <a:rPr lang="en" sz="1200">
                <a:solidFill>
                  <a:schemeClr val="dk1"/>
                </a:solidFill>
                <a:highlight>
                  <a:srgbClr val="FFFFFF"/>
                </a:highlight>
                <a:latin typeface="Trebuchet MS"/>
                <a:ea typeface="Trebuchet MS"/>
                <a:cs typeface="Trebuchet MS"/>
                <a:sym typeface="Trebuchet MS"/>
              </a:rPr>
              <a:t>.</a:t>
            </a:r>
            <a:endParaRPr sz="1200">
              <a:solidFill>
                <a:schemeClr val="dk1"/>
              </a:solidFill>
              <a:highlight>
                <a:srgbClr val="FFFFFF"/>
              </a:highlight>
              <a:latin typeface="Trebuchet MS"/>
              <a:ea typeface="Trebuchet MS"/>
              <a:cs typeface="Trebuchet MS"/>
              <a:sym typeface="Trebuchet MS"/>
            </a:endParaRPr>
          </a:p>
          <a:p>
            <a:pPr indent="0" lvl="0" marL="0" rtl="0" algn="just">
              <a:lnSpc>
                <a:spcPct val="150000"/>
              </a:lnSpc>
              <a:spcBef>
                <a:spcPts val="0"/>
              </a:spcBef>
              <a:spcAft>
                <a:spcPts val="0"/>
              </a:spcAft>
              <a:buNone/>
            </a:pPr>
            <a:r>
              <a:t/>
            </a:r>
            <a:endParaRPr sz="1200">
              <a:solidFill>
                <a:schemeClr val="dk1"/>
              </a:solidFill>
              <a:highlight>
                <a:srgbClr val="FFFFFF"/>
              </a:highlight>
              <a:latin typeface="Trebuchet MS"/>
              <a:ea typeface="Trebuchet MS"/>
              <a:cs typeface="Trebuchet MS"/>
              <a:sym typeface="Trebuchet MS"/>
            </a:endParaRPr>
          </a:p>
          <a:p>
            <a:pPr indent="-304800" lvl="0" marL="457200" rtl="0" algn="just">
              <a:lnSpc>
                <a:spcPct val="150000"/>
              </a:lnSpc>
              <a:spcBef>
                <a:spcPts val="0"/>
              </a:spcBef>
              <a:spcAft>
                <a:spcPts val="0"/>
              </a:spcAft>
              <a:buClr>
                <a:schemeClr val="dk1"/>
              </a:buClr>
              <a:buSzPts val="1200"/>
              <a:buFont typeface="Trebuchet MS"/>
              <a:buChar char="●"/>
            </a:pPr>
            <a:r>
              <a:rPr lang="en" sz="1200">
                <a:solidFill>
                  <a:schemeClr val="dk1"/>
                </a:solidFill>
                <a:highlight>
                  <a:srgbClr val="FFFFFF"/>
                </a:highlight>
                <a:latin typeface="Trebuchet MS"/>
                <a:ea typeface="Trebuchet MS"/>
                <a:cs typeface="Trebuchet MS"/>
                <a:sym typeface="Trebuchet MS"/>
              </a:rPr>
              <a:t>For fetch requests the default value of mode is cors, meaning that if the request is cross-origin then it will use the Cross-Origin Resource Sharing (CORS) mechanism. This means that:</a:t>
            </a:r>
            <a:endParaRPr sz="1200">
              <a:solidFill>
                <a:schemeClr val="dk1"/>
              </a:solidFill>
              <a:highlight>
                <a:srgbClr val="FFFFFF"/>
              </a:highlight>
              <a:latin typeface="Trebuchet MS"/>
              <a:ea typeface="Trebuchet MS"/>
              <a:cs typeface="Trebuchet MS"/>
              <a:sym typeface="Trebuchet MS"/>
            </a:endParaRPr>
          </a:p>
          <a:p>
            <a:pPr indent="-304800" lvl="1" marL="914400" rtl="0" algn="just">
              <a:lnSpc>
                <a:spcPct val="150000"/>
              </a:lnSpc>
              <a:spcBef>
                <a:spcPts val="0"/>
              </a:spcBef>
              <a:spcAft>
                <a:spcPts val="0"/>
              </a:spcAft>
              <a:buClr>
                <a:schemeClr val="dk1"/>
              </a:buClr>
              <a:buSzPts val="1200"/>
              <a:buFont typeface="Trebuchet MS"/>
              <a:buChar char="○"/>
            </a:pPr>
            <a:r>
              <a:rPr lang="en" sz="1200">
                <a:solidFill>
                  <a:schemeClr val="dk1"/>
                </a:solidFill>
                <a:highlight>
                  <a:srgbClr val="FFFFFF"/>
                </a:highlight>
                <a:latin typeface="Trebuchet MS"/>
                <a:ea typeface="Trebuchet MS"/>
                <a:cs typeface="Trebuchet MS"/>
                <a:sym typeface="Trebuchet MS"/>
              </a:rPr>
              <a:t>if the request is a simple request, then the request will always be sent, but the server must respond with the correct Access-Control-Allow-Origin header or the browser will not share the response with the caller.</a:t>
            </a:r>
            <a:endParaRPr sz="1200">
              <a:solidFill>
                <a:schemeClr val="dk1"/>
              </a:solidFill>
              <a:highlight>
                <a:srgbClr val="FFFFFF"/>
              </a:highlight>
              <a:latin typeface="Trebuchet MS"/>
              <a:ea typeface="Trebuchet MS"/>
              <a:cs typeface="Trebuchet MS"/>
              <a:sym typeface="Trebuchet MS"/>
            </a:endParaRPr>
          </a:p>
          <a:p>
            <a:pPr indent="-304800" lvl="1" marL="914400" rtl="0" algn="just">
              <a:lnSpc>
                <a:spcPct val="150000"/>
              </a:lnSpc>
              <a:spcBef>
                <a:spcPts val="0"/>
              </a:spcBef>
              <a:spcAft>
                <a:spcPts val="0"/>
              </a:spcAft>
              <a:buClr>
                <a:schemeClr val="dk1"/>
              </a:buClr>
              <a:buSzPts val="1200"/>
              <a:buFont typeface="Trebuchet MS"/>
              <a:buChar char="○"/>
            </a:pPr>
            <a:r>
              <a:rPr lang="en" sz="1200">
                <a:solidFill>
                  <a:schemeClr val="dk1"/>
                </a:solidFill>
                <a:highlight>
                  <a:srgbClr val="FFFFFF"/>
                </a:highlight>
                <a:latin typeface="Trebuchet MS"/>
                <a:ea typeface="Trebuchet MS"/>
                <a:cs typeface="Trebuchet MS"/>
                <a:sym typeface="Trebuchet MS"/>
              </a:rPr>
              <a:t>if the request is not a simple request, then the browser will send a preflighted request to check that the server understands CORS and allows the request, and the real request will not be sent unless the server responds to the preflighted request with the appropriate CORS headers.</a:t>
            </a:r>
            <a:endParaRPr sz="1200">
              <a:solidFill>
                <a:schemeClr val="dk1"/>
              </a:solidFill>
              <a:highlight>
                <a:srgbClr val="FFFFFF"/>
              </a:highlight>
              <a:latin typeface="Trebuchet MS"/>
              <a:ea typeface="Trebuchet MS"/>
              <a:cs typeface="Trebuchet MS"/>
              <a:sym typeface="Trebuchet MS"/>
            </a:endParaRPr>
          </a:p>
          <a:p>
            <a:pPr indent="-304800" lvl="0" marL="457200" rtl="0" algn="just">
              <a:lnSpc>
                <a:spcPct val="150000"/>
              </a:lnSpc>
              <a:spcBef>
                <a:spcPts val="0"/>
              </a:spcBef>
              <a:spcAft>
                <a:spcPts val="0"/>
              </a:spcAft>
              <a:buClr>
                <a:schemeClr val="dk1"/>
              </a:buClr>
              <a:buSzPts val="1200"/>
              <a:buFont typeface="Trebuchet MS"/>
              <a:buChar char="●"/>
            </a:pPr>
            <a:r>
              <a:rPr lang="en" sz="1200">
                <a:solidFill>
                  <a:schemeClr val="dk1"/>
                </a:solidFill>
                <a:highlight>
                  <a:srgbClr val="FFFFFF"/>
                </a:highlight>
                <a:latin typeface="Trebuchet MS"/>
                <a:ea typeface="Trebuchet MS"/>
                <a:cs typeface="Trebuchet MS"/>
                <a:sym typeface="Trebuchet MS"/>
              </a:rPr>
              <a:t>Setting mode to same-origin disallows cross-origin requests completely.</a:t>
            </a:r>
            <a:endParaRPr sz="1200">
              <a:solidFill>
                <a:schemeClr val="dk1"/>
              </a:solidFill>
              <a:highlight>
                <a:srgbClr val="FFFFFF"/>
              </a:highlight>
              <a:latin typeface="Trebuchet MS"/>
              <a:ea typeface="Trebuchet MS"/>
              <a:cs typeface="Trebuchet MS"/>
              <a:sym typeface="Trebuchet MS"/>
            </a:endParaRPr>
          </a:p>
          <a:p>
            <a:pPr indent="-304800" lvl="0" marL="457200" rtl="0" algn="just">
              <a:lnSpc>
                <a:spcPct val="150000"/>
              </a:lnSpc>
              <a:spcBef>
                <a:spcPts val="0"/>
              </a:spcBef>
              <a:spcAft>
                <a:spcPts val="0"/>
              </a:spcAft>
              <a:buClr>
                <a:schemeClr val="dk1"/>
              </a:buClr>
              <a:buSzPts val="1200"/>
              <a:buFont typeface="Trebuchet MS"/>
              <a:buChar char="●"/>
            </a:pPr>
            <a:r>
              <a:rPr lang="en" sz="1200">
                <a:solidFill>
                  <a:schemeClr val="dk1"/>
                </a:solidFill>
                <a:highlight>
                  <a:srgbClr val="FFFFFF"/>
                </a:highlight>
                <a:latin typeface="Trebuchet MS"/>
                <a:ea typeface="Trebuchet MS"/>
                <a:cs typeface="Trebuchet MS"/>
                <a:sym typeface="Trebuchet MS"/>
              </a:rPr>
              <a:t>Setting mode to no-cors disables CORS for cross-origin requests. This restricts the headers that may be set, and restricts methods to GET, HEAD, and POST. The response is opaque, meaning that its headers and body are not available to JavaScript. Most of the time a website should not use no-cors: the main application of it is for certain service worker use cases.</a:t>
            </a:r>
            <a:endParaRPr sz="1200">
              <a:solidFill>
                <a:schemeClr val="dk1"/>
              </a:solidFill>
              <a:highlight>
                <a:srgbClr val="FFFFFF"/>
              </a:highlight>
              <a:latin typeface="Trebuchet MS"/>
              <a:ea typeface="Trebuchet MS"/>
              <a:cs typeface="Trebuchet MS"/>
              <a:sym typeface="Trebuchet MS"/>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3"/>
          <p:cNvSpPr txBox="1"/>
          <p:nvPr>
            <p:ph type="ctrTitle"/>
          </p:nvPr>
        </p:nvSpPr>
        <p:spPr>
          <a:xfrm>
            <a:off x="264425" y="208500"/>
            <a:ext cx="6858000" cy="3573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Introduction to Axios</a:t>
            </a:r>
            <a:endParaRPr/>
          </a:p>
        </p:txBody>
      </p:sp>
      <p:sp>
        <p:nvSpPr>
          <p:cNvPr id="197" name="Google Shape;197;p33"/>
          <p:cNvSpPr txBox="1"/>
          <p:nvPr/>
        </p:nvSpPr>
        <p:spPr>
          <a:xfrm>
            <a:off x="292075" y="797875"/>
            <a:ext cx="8762400" cy="4267200"/>
          </a:xfrm>
          <a:prstGeom prst="rect">
            <a:avLst/>
          </a:prstGeom>
          <a:noFill/>
          <a:ln>
            <a:noFill/>
          </a:ln>
        </p:spPr>
        <p:txBody>
          <a:bodyPr anchorCtr="0" anchor="t" bIns="91425" lIns="91425" spcFirstLastPara="1" rIns="91425" wrap="square" tIns="91425">
            <a:noAutofit/>
          </a:bodyPr>
          <a:lstStyle/>
          <a:p>
            <a:pPr indent="-298450" lvl="0" marL="457200" rtl="0" algn="l">
              <a:spcBef>
                <a:spcPts val="0"/>
              </a:spcBef>
              <a:spcAft>
                <a:spcPts val="0"/>
              </a:spcAft>
              <a:buClr>
                <a:schemeClr val="dk1"/>
              </a:buClr>
              <a:buSzPts val="1100"/>
              <a:buAutoNum type="arabicPeriod"/>
            </a:pPr>
            <a:r>
              <a:rPr lang="en" sz="1100">
                <a:solidFill>
                  <a:schemeClr val="dk1"/>
                </a:solidFill>
                <a:latin typeface="Trebuchet MS"/>
                <a:ea typeface="Trebuchet MS"/>
                <a:cs typeface="Trebuchet MS"/>
                <a:sym typeface="Trebuchet MS"/>
              </a:rPr>
              <a:t>A popular </a:t>
            </a:r>
            <a:r>
              <a:rPr b="1" lang="en" sz="1100">
                <a:solidFill>
                  <a:schemeClr val="dk1"/>
                </a:solidFill>
                <a:latin typeface="Trebuchet MS"/>
                <a:ea typeface="Trebuchet MS"/>
                <a:cs typeface="Trebuchet MS"/>
                <a:sym typeface="Trebuchet MS"/>
              </a:rPr>
              <a:t>HTTP client library</a:t>
            </a:r>
            <a:r>
              <a:rPr lang="en" sz="1100">
                <a:solidFill>
                  <a:schemeClr val="dk1"/>
                </a:solidFill>
                <a:latin typeface="Trebuchet MS"/>
                <a:ea typeface="Trebuchet MS"/>
                <a:cs typeface="Trebuchet MS"/>
                <a:sym typeface="Trebuchet MS"/>
              </a:rPr>
              <a:t> for JavaScript</a:t>
            </a:r>
            <a:endParaRPr sz="1100">
              <a:solidFill>
                <a:schemeClr val="dk1"/>
              </a:solidFill>
              <a:latin typeface="Trebuchet MS"/>
              <a:ea typeface="Trebuchet MS"/>
              <a:cs typeface="Trebuchet MS"/>
              <a:sym typeface="Trebuchet MS"/>
            </a:endParaRPr>
          </a:p>
          <a:p>
            <a:pPr indent="-298450" lvl="0" marL="457200" rtl="0" algn="l">
              <a:spcBef>
                <a:spcPts val="0"/>
              </a:spcBef>
              <a:spcAft>
                <a:spcPts val="0"/>
              </a:spcAft>
              <a:buClr>
                <a:schemeClr val="dk1"/>
              </a:buClr>
              <a:buSzPts val="1100"/>
              <a:buAutoNum type="arabicPeriod"/>
            </a:pPr>
            <a:r>
              <a:rPr lang="en" sz="1100">
                <a:solidFill>
                  <a:schemeClr val="dk1"/>
                </a:solidFill>
                <a:latin typeface="Trebuchet MS"/>
                <a:ea typeface="Trebuchet MS"/>
                <a:cs typeface="Trebuchet MS"/>
                <a:sym typeface="Trebuchet MS"/>
              </a:rPr>
              <a:t>Works in </a:t>
            </a:r>
            <a:r>
              <a:rPr b="1" lang="en" sz="1100">
                <a:solidFill>
                  <a:schemeClr val="dk1"/>
                </a:solidFill>
                <a:latin typeface="Trebuchet MS"/>
                <a:ea typeface="Trebuchet MS"/>
                <a:cs typeface="Trebuchet MS"/>
                <a:sym typeface="Trebuchet MS"/>
              </a:rPr>
              <a:t>browser &amp; </a:t>
            </a:r>
            <a:r>
              <a:rPr b="1" lang="en" sz="1100" u="sng">
                <a:solidFill>
                  <a:schemeClr val="hlink"/>
                </a:solidFill>
                <a:latin typeface="Trebuchet MS"/>
                <a:ea typeface="Trebuchet MS"/>
                <a:cs typeface="Trebuchet MS"/>
                <a:sym typeface="Trebuchet MS"/>
                <a:hlinkClick r:id="rId3"/>
              </a:rPr>
              <a:t>Node.js</a:t>
            </a:r>
            <a:endParaRPr b="1" sz="1100">
              <a:solidFill>
                <a:schemeClr val="dk1"/>
              </a:solidFill>
              <a:latin typeface="Trebuchet MS"/>
              <a:ea typeface="Trebuchet MS"/>
              <a:cs typeface="Trebuchet MS"/>
              <a:sym typeface="Trebuchet MS"/>
            </a:endParaRPr>
          </a:p>
          <a:p>
            <a:pPr indent="-298450" lvl="0" marL="457200" rtl="0" algn="l">
              <a:spcBef>
                <a:spcPts val="0"/>
              </a:spcBef>
              <a:spcAft>
                <a:spcPts val="0"/>
              </a:spcAft>
              <a:buClr>
                <a:schemeClr val="dk1"/>
              </a:buClr>
              <a:buSzPts val="1100"/>
              <a:buFont typeface="Trebuchet MS"/>
              <a:buAutoNum type="arabicPeriod"/>
            </a:pPr>
            <a:r>
              <a:rPr lang="en" sz="1100">
                <a:solidFill>
                  <a:schemeClr val="dk1"/>
                </a:solidFill>
                <a:latin typeface="Trebuchet MS"/>
                <a:ea typeface="Trebuchet MS"/>
                <a:cs typeface="Trebuchet MS"/>
                <a:sym typeface="Trebuchet MS"/>
              </a:rPr>
              <a:t>Used to make: </a:t>
            </a:r>
            <a:r>
              <a:rPr lang="en" sz="1100">
                <a:solidFill>
                  <a:schemeClr val="dk1"/>
                </a:solidFill>
                <a:latin typeface="Trebuchet MS"/>
                <a:ea typeface="Trebuchet MS"/>
                <a:cs typeface="Trebuchet MS"/>
                <a:sym typeface="Trebuchet MS"/>
              </a:rPr>
              <a:t>GET, POST, PUT, DELETE requests. Handle JSON easily.</a:t>
            </a:r>
            <a:endParaRPr sz="1100">
              <a:solidFill>
                <a:schemeClr val="dk1"/>
              </a:solidFill>
              <a:latin typeface="Trebuchet MS"/>
              <a:ea typeface="Trebuchet MS"/>
              <a:cs typeface="Trebuchet MS"/>
              <a:sym typeface="Trebuchet MS"/>
            </a:endParaRPr>
          </a:p>
          <a:p>
            <a:pPr indent="0" lvl="0" marL="457200" rtl="0" algn="l">
              <a:spcBef>
                <a:spcPts val="0"/>
              </a:spcBef>
              <a:spcAft>
                <a:spcPts val="0"/>
              </a:spcAft>
              <a:buNone/>
            </a:pPr>
            <a:r>
              <a:t/>
            </a:r>
            <a:endParaRPr b="1" sz="1100">
              <a:solidFill>
                <a:schemeClr val="dk1"/>
              </a:solidFill>
              <a:latin typeface="Trebuchet MS"/>
              <a:ea typeface="Trebuchet MS"/>
              <a:cs typeface="Trebuchet MS"/>
              <a:sym typeface="Trebuchet MS"/>
            </a:endParaRPr>
          </a:p>
          <a:p>
            <a:pPr indent="0" lvl="0" marL="457200" rtl="0" algn="l">
              <a:spcBef>
                <a:spcPts val="0"/>
              </a:spcBef>
              <a:spcAft>
                <a:spcPts val="0"/>
              </a:spcAft>
              <a:buNone/>
            </a:pPr>
            <a:r>
              <a:t/>
            </a:r>
            <a:endParaRPr b="1" sz="1100">
              <a:solidFill>
                <a:schemeClr val="dk1"/>
              </a:solidFill>
              <a:latin typeface="Trebuchet MS"/>
              <a:ea typeface="Trebuchet MS"/>
              <a:cs typeface="Trebuchet MS"/>
              <a:sym typeface="Trebuchet MS"/>
            </a:endParaRPr>
          </a:p>
          <a:p>
            <a:pPr indent="0" lvl="0" marL="0" rtl="0" algn="l">
              <a:lnSpc>
                <a:spcPct val="115000"/>
              </a:lnSpc>
              <a:spcBef>
                <a:spcPts val="1800"/>
              </a:spcBef>
              <a:spcAft>
                <a:spcPts val="0"/>
              </a:spcAft>
              <a:buClr>
                <a:schemeClr val="dk1"/>
              </a:buClr>
              <a:buSzPts val="1100"/>
              <a:buFont typeface="Arial"/>
              <a:buNone/>
            </a:pPr>
            <a:r>
              <a:rPr b="1" lang="en" sz="1700">
                <a:solidFill>
                  <a:schemeClr val="dk1"/>
                </a:solidFill>
                <a:latin typeface="Trebuchet MS"/>
                <a:ea typeface="Trebuchet MS"/>
                <a:cs typeface="Trebuchet MS"/>
                <a:sym typeface="Trebuchet MS"/>
              </a:rPr>
              <a:t>Why Use Axios?</a:t>
            </a:r>
            <a:endParaRPr b="1" sz="1700">
              <a:solidFill>
                <a:schemeClr val="dk1"/>
              </a:solidFill>
              <a:latin typeface="Trebuchet MS"/>
              <a:ea typeface="Trebuchet MS"/>
              <a:cs typeface="Trebuchet MS"/>
              <a:sym typeface="Trebuchet MS"/>
            </a:endParaRPr>
          </a:p>
          <a:p>
            <a:pPr indent="-298450" lvl="0" marL="457200" rtl="0" algn="l">
              <a:lnSpc>
                <a:spcPct val="115000"/>
              </a:lnSpc>
              <a:spcBef>
                <a:spcPts val="1200"/>
              </a:spcBef>
              <a:spcAft>
                <a:spcPts val="0"/>
              </a:spcAft>
              <a:buClr>
                <a:schemeClr val="dk1"/>
              </a:buClr>
              <a:buSzPts val="1100"/>
              <a:buChar char="●"/>
            </a:pPr>
            <a:r>
              <a:rPr lang="en" sz="1100">
                <a:solidFill>
                  <a:schemeClr val="dk1"/>
                </a:solidFill>
                <a:latin typeface="Trebuchet MS"/>
                <a:ea typeface="Trebuchet MS"/>
                <a:cs typeface="Trebuchet MS"/>
                <a:sym typeface="Trebuchet MS"/>
              </a:rPr>
              <a:t>Automatic </a:t>
            </a:r>
            <a:r>
              <a:rPr b="1" lang="en" sz="1100">
                <a:solidFill>
                  <a:schemeClr val="dk1"/>
                </a:solidFill>
                <a:latin typeface="Trebuchet MS"/>
                <a:ea typeface="Trebuchet MS"/>
                <a:cs typeface="Trebuchet MS"/>
                <a:sym typeface="Trebuchet MS"/>
              </a:rPr>
              <a:t>JSON conversion</a:t>
            </a:r>
            <a:endParaRPr b="1" sz="1100">
              <a:solidFill>
                <a:schemeClr val="dk1"/>
              </a:solidFill>
              <a:latin typeface="Trebuchet MS"/>
              <a:ea typeface="Trebuchet MS"/>
              <a:cs typeface="Trebuchet MS"/>
              <a:sym typeface="Trebuchet MS"/>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latin typeface="Trebuchet MS"/>
                <a:ea typeface="Trebuchet MS"/>
                <a:cs typeface="Trebuchet MS"/>
                <a:sym typeface="Trebuchet MS"/>
              </a:rPr>
              <a:t>Built-in </a:t>
            </a:r>
            <a:r>
              <a:rPr b="1" lang="en" sz="1100">
                <a:solidFill>
                  <a:schemeClr val="dk1"/>
                </a:solidFill>
                <a:latin typeface="Trebuchet MS"/>
                <a:ea typeface="Trebuchet MS"/>
                <a:cs typeface="Trebuchet MS"/>
                <a:sym typeface="Trebuchet MS"/>
              </a:rPr>
              <a:t>timeout support</a:t>
            </a:r>
            <a:endParaRPr b="1" sz="1100">
              <a:solidFill>
                <a:schemeClr val="dk1"/>
              </a:solidFill>
              <a:latin typeface="Trebuchet MS"/>
              <a:ea typeface="Trebuchet MS"/>
              <a:cs typeface="Trebuchet MS"/>
              <a:sym typeface="Trebuchet MS"/>
            </a:endParaRPr>
          </a:p>
          <a:p>
            <a:pPr indent="-298450" lvl="0" marL="457200" rtl="0" algn="l">
              <a:lnSpc>
                <a:spcPct val="115000"/>
              </a:lnSpc>
              <a:spcBef>
                <a:spcPts val="0"/>
              </a:spcBef>
              <a:spcAft>
                <a:spcPts val="0"/>
              </a:spcAft>
              <a:buClr>
                <a:schemeClr val="dk1"/>
              </a:buClr>
              <a:buSzPts val="1100"/>
              <a:buFont typeface="Trebuchet MS"/>
              <a:buChar char="●"/>
            </a:pPr>
            <a:r>
              <a:rPr b="1" lang="en" sz="1100">
                <a:solidFill>
                  <a:schemeClr val="dk1"/>
                </a:solidFill>
                <a:latin typeface="Trebuchet MS"/>
                <a:ea typeface="Trebuchet MS"/>
                <a:cs typeface="Trebuchet MS"/>
                <a:sym typeface="Trebuchet MS"/>
              </a:rPr>
              <a:t>Request &amp; Response interceptors</a:t>
            </a:r>
            <a:endParaRPr b="1" sz="1100">
              <a:solidFill>
                <a:schemeClr val="dk1"/>
              </a:solidFill>
              <a:latin typeface="Trebuchet MS"/>
              <a:ea typeface="Trebuchet MS"/>
              <a:cs typeface="Trebuchet MS"/>
              <a:sym typeface="Trebuchet MS"/>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latin typeface="Trebuchet MS"/>
                <a:ea typeface="Trebuchet MS"/>
                <a:cs typeface="Trebuchet MS"/>
                <a:sym typeface="Trebuchet MS"/>
              </a:rPr>
              <a:t>Better </a:t>
            </a:r>
            <a:r>
              <a:rPr b="1" lang="en" sz="1100">
                <a:solidFill>
                  <a:schemeClr val="dk1"/>
                </a:solidFill>
                <a:latin typeface="Trebuchet MS"/>
                <a:ea typeface="Trebuchet MS"/>
                <a:cs typeface="Trebuchet MS"/>
                <a:sym typeface="Trebuchet MS"/>
              </a:rPr>
              <a:t>error handling</a:t>
            </a:r>
            <a:endParaRPr b="1" sz="1100">
              <a:solidFill>
                <a:schemeClr val="dk1"/>
              </a:solidFill>
              <a:latin typeface="Trebuchet MS"/>
              <a:ea typeface="Trebuchet MS"/>
              <a:cs typeface="Trebuchet MS"/>
              <a:sym typeface="Trebuchet MS"/>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latin typeface="Trebuchet MS"/>
                <a:ea typeface="Trebuchet MS"/>
                <a:cs typeface="Trebuchet MS"/>
                <a:sym typeface="Trebuchet MS"/>
              </a:rPr>
              <a:t>Supports </a:t>
            </a:r>
            <a:r>
              <a:rPr b="1" lang="en" sz="1100">
                <a:solidFill>
                  <a:schemeClr val="dk1"/>
                </a:solidFill>
                <a:latin typeface="Trebuchet MS"/>
                <a:ea typeface="Trebuchet MS"/>
                <a:cs typeface="Trebuchet MS"/>
                <a:sym typeface="Trebuchet MS"/>
              </a:rPr>
              <a:t>canceling requests</a:t>
            </a:r>
            <a:endParaRPr b="1" sz="1100">
              <a:solidFill>
                <a:schemeClr val="dk1"/>
              </a:solidFill>
              <a:latin typeface="Trebuchet MS"/>
              <a:ea typeface="Trebuchet MS"/>
              <a:cs typeface="Trebuchet MS"/>
              <a:sym typeface="Trebuchet MS"/>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latin typeface="Trebuchet MS"/>
                <a:ea typeface="Trebuchet MS"/>
                <a:cs typeface="Trebuchet MS"/>
                <a:sym typeface="Trebuchet MS"/>
              </a:rPr>
              <a:t>Works well with </a:t>
            </a:r>
            <a:r>
              <a:rPr b="1" lang="en" sz="1100">
                <a:solidFill>
                  <a:schemeClr val="dk1"/>
                </a:solidFill>
                <a:latin typeface="Trebuchet MS"/>
                <a:ea typeface="Trebuchet MS"/>
                <a:cs typeface="Trebuchet MS"/>
                <a:sym typeface="Trebuchet MS"/>
              </a:rPr>
              <a:t>React</a:t>
            </a:r>
            <a:endParaRPr b="1" sz="1100">
              <a:solidFill>
                <a:schemeClr val="dk1"/>
              </a:solidFill>
              <a:latin typeface="Trebuchet MS"/>
              <a:ea typeface="Trebuchet MS"/>
              <a:cs typeface="Trebuchet MS"/>
              <a:sym typeface="Trebuchet MS"/>
            </a:endParaRPr>
          </a:p>
          <a:p>
            <a:pPr indent="0" lvl="0" marL="457200" rtl="0" algn="l">
              <a:spcBef>
                <a:spcPts val="1200"/>
              </a:spcBef>
              <a:spcAft>
                <a:spcPts val="0"/>
              </a:spcAft>
              <a:buNone/>
            </a:pPr>
            <a:r>
              <a:t/>
            </a:r>
            <a:endParaRPr b="1" sz="1100">
              <a:solidFill>
                <a:schemeClr val="dk1"/>
              </a:solidFill>
              <a:latin typeface="Trebuchet MS"/>
              <a:ea typeface="Trebuchet MS"/>
              <a:cs typeface="Trebuchet MS"/>
              <a:sym typeface="Trebuchet M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4"/>
          <p:cNvSpPr txBox="1"/>
          <p:nvPr>
            <p:ph type="ctrTitle"/>
          </p:nvPr>
        </p:nvSpPr>
        <p:spPr>
          <a:xfrm>
            <a:off x="264425" y="208500"/>
            <a:ext cx="6858000" cy="3573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Axios</a:t>
            </a:r>
            <a:endParaRPr/>
          </a:p>
        </p:txBody>
      </p:sp>
      <p:pic>
        <p:nvPicPr>
          <p:cNvPr id="203" name="Google Shape;203;p34"/>
          <p:cNvPicPr preferRelativeResize="0"/>
          <p:nvPr/>
        </p:nvPicPr>
        <p:blipFill>
          <a:blip r:embed="rId3">
            <a:alphaModFix/>
          </a:blip>
          <a:stretch>
            <a:fillRect/>
          </a:stretch>
        </p:blipFill>
        <p:spPr>
          <a:xfrm>
            <a:off x="152400" y="718200"/>
            <a:ext cx="8839199" cy="1244466"/>
          </a:xfrm>
          <a:prstGeom prst="rect">
            <a:avLst/>
          </a:prstGeom>
          <a:noFill/>
          <a:ln>
            <a:noFill/>
          </a:ln>
        </p:spPr>
      </p:pic>
      <p:pic>
        <p:nvPicPr>
          <p:cNvPr id="204" name="Google Shape;204;p34"/>
          <p:cNvPicPr preferRelativeResize="0"/>
          <p:nvPr/>
        </p:nvPicPr>
        <p:blipFill>
          <a:blip r:embed="rId4">
            <a:alphaModFix/>
          </a:blip>
          <a:stretch>
            <a:fillRect/>
          </a:stretch>
        </p:blipFill>
        <p:spPr>
          <a:xfrm>
            <a:off x="152400" y="2800341"/>
            <a:ext cx="8839200" cy="1873208"/>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5"/>
          <p:cNvSpPr txBox="1"/>
          <p:nvPr>
            <p:ph type="ctrTitle"/>
          </p:nvPr>
        </p:nvSpPr>
        <p:spPr>
          <a:xfrm>
            <a:off x="264425" y="208500"/>
            <a:ext cx="6858000" cy="3573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What is a Promise?</a:t>
            </a:r>
            <a:endParaRPr/>
          </a:p>
        </p:txBody>
      </p:sp>
      <p:sp>
        <p:nvSpPr>
          <p:cNvPr id="210" name="Google Shape;210;p35"/>
          <p:cNvSpPr txBox="1"/>
          <p:nvPr/>
        </p:nvSpPr>
        <p:spPr>
          <a:xfrm>
            <a:off x="249350" y="740900"/>
            <a:ext cx="8605800" cy="43455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SzPts val="1200"/>
              <a:buFont typeface="Trebuchet MS"/>
              <a:buAutoNum type="arabicPeriod"/>
            </a:pPr>
            <a:r>
              <a:rPr lang="en" sz="1200">
                <a:latin typeface="Trebuchet MS"/>
                <a:ea typeface="Trebuchet MS"/>
                <a:cs typeface="Trebuchet MS"/>
                <a:sym typeface="Trebuchet MS"/>
              </a:rPr>
              <a:t>A Promise represents a value that will be available now, later, or never.</a:t>
            </a:r>
            <a:endParaRPr sz="1200">
              <a:latin typeface="Trebuchet MS"/>
              <a:ea typeface="Trebuchet MS"/>
              <a:cs typeface="Trebuchet MS"/>
              <a:sym typeface="Trebuchet MS"/>
            </a:endParaRPr>
          </a:p>
          <a:p>
            <a:pPr indent="-304800" lvl="0" marL="457200" rtl="0" algn="l">
              <a:spcBef>
                <a:spcPts val="0"/>
              </a:spcBef>
              <a:spcAft>
                <a:spcPts val="0"/>
              </a:spcAft>
              <a:buSzPts val="1200"/>
              <a:buFont typeface="Trebuchet MS"/>
              <a:buAutoNum type="arabicPeriod"/>
            </a:pPr>
            <a:r>
              <a:rPr lang="en" sz="1200">
                <a:latin typeface="Trebuchet MS"/>
                <a:ea typeface="Trebuchet MS"/>
                <a:cs typeface="Trebuchet MS"/>
                <a:sym typeface="Trebuchet MS"/>
              </a:rPr>
              <a:t>It helps handle async operations without callback hell.</a:t>
            </a:r>
            <a:endParaRPr sz="1200">
              <a:latin typeface="Trebuchet MS"/>
              <a:ea typeface="Trebuchet MS"/>
              <a:cs typeface="Trebuchet MS"/>
              <a:sym typeface="Trebuchet MS"/>
            </a:endParaRPr>
          </a:p>
          <a:p>
            <a:pPr indent="0" lvl="0" marL="0" rtl="0" algn="l">
              <a:spcBef>
                <a:spcPts val="0"/>
              </a:spcBef>
              <a:spcAft>
                <a:spcPts val="0"/>
              </a:spcAft>
              <a:buNone/>
            </a:pPr>
            <a:r>
              <a:t/>
            </a:r>
            <a:endParaRPr sz="1200">
              <a:latin typeface="Trebuchet MS"/>
              <a:ea typeface="Trebuchet MS"/>
              <a:cs typeface="Trebuchet MS"/>
              <a:sym typeface="Trebuchet MS"/>
            </a:endParaRPr>
          </a:p>
          <a:p>
            <a:pPr indent="0" lvl="0" marL="0" rtl="0" algn="l">
              <a:spcBef>
                <a:spcPts val="0"/>
              </a:spcBef>
              <a:spcAft>
                <a:spcPts val="0"/>
              </a:spcAft>
              <a:buNone/>
            </a:pPr>
            <a:r>
              <a:rPr lang="en" sz="1200">
                <a:latin typeface="Trebuchet MS"/>
                <a:ea typeface="Trebuchet MS"/>
                <a:cs typeface="Trebuchet MS"/>
                <a:sym typeface="Trebuchet MS"/>
              </a:rPr>
              <a:t>THREE states:</a:t>
            </a:r>
            <a:endParaRPr sz="1200">
              <a:latin typeface="Trebuchet MS"/>
              <a:ea typeface="Trebuchet MS"/>
              <a:cs typeface="Trebuchet MS"/>
              <a:sym typeface="Trebuchet MS"/>
            </a:endParaRPr>
          </a:p>
          <a:p>
            <a:pPr indent="-304800" lvl="0" marL="457200" rtl="0" algn="l">
              <a:spcBef>
                <a:spcPts val="0"/>
              </a:spcBef>
              <a:spcAft>
                <a:spcPts val="0"/>
              </a:spcAft>
              <a:buSzPts val="1200"/>
              <a:buFont typeface="Trebuchet MS"/>
              <a:buAutoNum type="arabicPeriod"/>
            </a:pPr>
            <a:r>
              <a:rPr lang="en" sz="1200">
                <a:latin typeface="Trebuchet MS"/>
                <a:ea typeface="Trebuchet MS"/>
                <a:cs typeface="Trebuchet MS"/>
                <a:sym typeface="Trebuchet MS"/>
              </a:rPr>
              <a:t>pending</a:t>
            </a:r>
            <a:endParaRPr sz="1200">
              <a:latin typeface="Trebuchet MS"/>
              <a:ea typeface="Trebuchet MS"/>
              <a:cs typeface="Trebuchet MS"/>
              <a:sym typeface="Trebuchet MS"/>
            </a:endParaRPr>
          </a:p>
          <a:p>
            <a:pPr indent="-304800" lvl="0" marL="457200" rtl="0" algn="l">
              <a:spcBef>
                <a:spcPts val="0"/>
              </a:spcBef>
              <a:spcAft>
                <a:spcPts val="0"/>
              </a:spcAft>
              <a:buSzPts val="1200"/>
              <a:buFont typeface="Trebuchet MS"/>
              <a:buAutoNum type="arabicPeriod"/>
            </a:pPr>
            <a:r>
              <a:rPr lang="en" sz="1200">
                <a:latin typeface="Trebuchet MS"/>
                <a:ea typeface="Trebuchet MS"/>
                <a:cs typeface="Trebuchet MS"/>
                <a:sym typeface="Trebuchet MS"/>
              </a:rPr>
              <a:t>fulfilled</a:t>
            </a:r>
            <a:endParaRPr sz="1200">
              <a:latin typeface="Trebuchet MS"/>
              <a:ea typeface="Trebuchet MS"/>
              <a:cs typeface="Trebuchet MS"/>
              <a:sym typeface="Trebuchet MS"/>
            </a:endParaRPr>
          </a:p>
          <a:p>
            <a:pPr indent="-304800" lvl="0" marL="457200" rtl="0" algn="l">
              <a:spcBef>
                <a:spcPts val="0"/>
              </a:spcBef>
              <a:spcAft>
                <a:spcPts val="0"/>
              </a:spcAft>
              <a:buSzPts val="1200"/>
              <a:buFont typeface="Trebuchet MS"/>
              <a:buAutoNum type="arabicPeriod"/>
            </a:pPr>
            <a:r>
              <a:rPr lang="en" sz="1200">
                <a:latin typeface="Trebuchet MS"/>
                <a:ea typeface="Trebuchet MS"/>
                <a:cs typeface="Trebuchet MS"/>
                <a:sym typeface="Trebuchet MS"/>
              </a:rPr>
              <a:t>rejected</a:t>
            </a:r>
            <a:endParaRPr sz="1200">
              <a:latin typeface="Trebuchet MS"/>
              <a:ea typeface="Trebuchet MS"/>
              <a:cs typeface="Trebuchet MS"/>
              <a:sym typeface="Trebuchet MS"/>
            </a:endParaRPr>
          </a:p>
        </p:txBody>
      </p:sp>
      <p:pic>
        <p:nvPicPr>
          <p:cNvPr id="211" name="Google Shape;211;p35"/>
          <p:cNvPicPr preferRelativeResize="0"/>
          <p:nvPr/>
        </p:nvPicPr>
        <p:blipFill>
          <a:blip r:embed="rId3">
            <a:alphaModFix/>
          </a:blip>
          <a:stretch>
            <a:fillRect/>
          </a:stretch>
        </p:blipFill>
        <p:spPr>
          <a:xfrm>
            <a:off x="228600" y="2666250"/>
            <a:ext cx="7807876" cy="17316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6"/>
          <p:cNvSpPr txBox="1"/>
          <p:nvPr>
            <p:ph type="ctrTitle"/>
          </p:nvPr>
        </p:nvSpPr>
        <p:spPr>
          <a:xfrm>
            <a:off x="264425" y="208500"/>
            <a:ext cx="6858000" cy="357300"/>
          </a:xfrm>
          <a:prstGeom prst="rect">
            <a:avLst/>
          </a:prstGeom>
        </p:spPr>
        <p:txBody>
          <a:bodyPr anchorCtr="0" anchor="t" bIns="91425" lIns="0" spcFirstLastPara="1" rIns="91425" wrap="square" tIns="0">
            <a:noAutofit/>
          </a:bodyPr>
          <a:lstStyle/>
          <a:p>
            <a:pPr indent="0" lvl="0" marL="0" rtl="0" algn="l">
              <a:lnSpc>
                <a:spcPct val="115000"/>
              </a:lnSpc>
              <a:spcBef>
                <a:spcPts val="2400"/>
              </a:spcBef>
              <a:spcAft>
                <a:spcPts val="0"/>
              </a:spcAft>
              <a:buClr>
                <a:schemeClr val="dk1"/>
              </a:buClr>
              <a:buSzPts val="1100"/>
              <a:buFont typeface="Arial"/>
              <a:buNone/>
            </a:pPr>
            <a:r>
              <a:rPr lang="en" sz="1800">
                <a:latin typeface="Arial"/>
                <a:ea typeface="Arial"/>
                <a:cs typeface="Arial"/>
                <a:sym typeface="Arial"/>
              </a:rPr>
              <a:t>How to Consume a Promise (</a:t>
            </a:r>
            <a:r>
              <a:rPr lang="en" sz="1800">
                <a:solidFill>
                  <a:srgbClr val="188038"/>
                </a:solidFill>
                <a:latin typeface="Roboto Mono"/>
                <a:ea typeface="Roboto Mono"/>
                <a:cs typeface="Roboto Mono"/>
                <a:sym typeface="Roboto Mono"/>
              </a:rPr>
              <a:t>then</a:t>
            </a:r>
            <a:r>
              <a:rPr lang="en" sz="1800">
                <a:latin typeface="Arial"/>
                <a:ea typeface="Arial"/>
                <a:cs typeface="Arial"/>
                <a:sym typeface="Arial"/>
              </a:rPr>
              <a:t>, </a:t>
            </a:r>
            <a:r>
              <a:rPr lang="en" sz="1800">
                <a:solidFill>
                  <a:srgbClr val="188038"/>
                </a:solidFill>
                <a:latin typeface="Roboto Mono"/>
                <a:ea typeface="Roboto Mono"/>
                <a:cs typeface="Roboto Mono"/>
                <a:sym typeface="Roboto Mono"/>
              </a:rPr>
              <a:t>catch</a:t>
            </a:r>
            <a:r>
              <a:rPr lang="en" sz="1800">
                <a:latin typeface="Arial"/>
                <a:ea typeface="Arial"/>
                <a:cs typeface="Arial"/>
                <a:sym typeface="Arial"/>
              </a:rPr>
              <a:t>, </a:t>
            </a:r>
            <a:r>
              <a:rPr lang="en" sz="1800">
                <a:solidFill>
                  <a:srgbClr val="188038"/>
                </a:solidFill>
                <a:latin typeface="Roboto Mono"/>
                <a:ea typeface="Roboto Mono"/>
                <a:cs typeface="Roboto Mono"/>
                <a:sym typeface="Roboto Mono"/>
              </a:rPr>
              <a:t>finally</a:t>
            </a:r>
            <a:r>
              <a:rPr lang="en" sz="1800">
                <a:latin typeface="Arial"/>
                <a:ea typeface="Arial"/>
                <a:cs typeface="Arial"/>
                <a:sym typeface="Arial"/>
              </a:rPr>
              <a:t>)</a:t>
            </a:r>
            <a:endParaRPr sz="1800">
              <a:latin typeface="Arial"/>
              <a:ea typeface="Arial"/>
              <a:cs typeface="Arial"/>
              <a:sym typeface="Arial"/>
            </a:endParaRPr>
          </a:p>
          <a:p>
            <a:pPr indent="0" lvl="0" marL="0" rtl="0" algn="l">
              <a:spcBef>
                <a:spcPts val="600"/>
              </a:spcBef>
              <a:spcAft>
                <a:spcPts val="0"/>
              </a:spcAft>
              <a:buNone/>
            </a:pPr>
            <a:r>
              <a:t/>
            </a:r>
            <a:endParaRPr sz="1600"/>
          </a:p>
        </p:txBody>
      </p:sp>
      <p:pic>
        <p:nvPicPr>
          <p:cNvPr id="217" name="Google Shape;217;p36"/>
          <p:cNvPicPr preferRelativeResize="0"/>
          <p:nvPr/>
        </p:nvPicPr>
        <p:blipFill>
          <a:blip r:embed="rId3">
            <a:alphaModFix/>
          </a:blip>
          <a:stretch>
            <a:fillRect/>
          </a:stretch>
        </p:blipFill>
        <p:spPr>
          <a:xfrm>
            <a:off x="152400" y="718200"/>
            <a:ext cx="8839199" cy="1459468"/>
          </a:xfrm>
          <a:prstGeom prst="rect">
            <a:avLst/>
          </a:prstGeom>
          <a:noFill/>
          <a:ln>
            <a:noFill/>
          </a:ln>
        </p:spPr>
      </p:pic>
      <p:pic>
        <p:nvPicPr>
          <p:cNvPr id="218" name="Google Shape;218;p36"/>
          <p:cNvPicPr preferRelativeResize="0"/>
          <p:nvPr/>
        </p:nvPicPr>
        <p:blipFill>
          <a:blip r:embed="rId4">
            <a:alphaModFix/>
          </a:blip>
          <a:stretch>
            <a:fillRect/>
          </a:stretch>
        </p:blipFill>
        <p:spPr>
          <a:xfrm>
            <a:off x="152400" y="3135068"/>
            <a:ext cx="8839200" cy="1496771"/>
          </a:xfrm>
          <a:prstGeom prst="rect">
            <a:avLst/>
          </a:prstGeom>
          <a:noFill/>
          <a:ln>
            <a:noFill/>
          </a:ln>
        </p:spPr>
      </p:pic>
      <p:sp>
        <p:nvSpPr>
          <p:cNvPr id="219" name="Google Shape;219;p36"/>
          <p:cNvSpPr txBox="1"/>
          <p:nvPr/>
        </p:nvSpPr>
        <p:spPr>
          <a:xfrm>
            <a:off x="170975" y="2464900"/>
            <a:ext cx="7850700" cy="52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Promise </a:t>
            </a:r>
            <a:r>
              <a:rPr lang="en"/>
              <a:t>chaining - avoids callback hell.</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7"/>
          <p:cNvSpPr txBox="1"/>
          <p:nvPr>
            <p:ph type="ctrTitle"/>
          </p:nvPr>
        </p:nvSpPr>
        <p:spPr>
          <a:xfrm>
            <a:off x="264425" y="208500"/>
            <a:ext cx="6858000" cy="357300"/>
          </a:xfrm>
          <a:prstGeom prst="rect">
            <a:avLst/>
          </a:prstGeom>
        </p:spPr>
        <p:txBody>
          <a:bodyPr anchorCtr="0" anchor="t" bIns="91425" lIns="0" spcFirstLastPara="1" rIns="91425" wrap="square" tIns="0">
            <a:noAutofit/>
          </a:bodyPr>
          <a:lstStyle/>
          <a:p>
            <a:pPr indent="0" lvl="0" marL="0" rtl="0" algn="l">
              <a:spcBef>
                <a:spcPts val="0"/>
              </a:spcBef>
              <a:spcAft>
                <a:spcPts val="0"/>
              </a:spcAft>
              <a:buNone/>
            </a:pPr>
            <a:r>
              <a:rPr lang="en"/>
              <a:t>Callback Hell</a:t>
            </a:r>
            <a:endParaRPr/>
          </a:p>
        </p:txBody>
      </p:sp>
      <p:pic>
        <p:nvPicPr>
          <p:cNvPr id="225" name="Google Shape;225;p37"/>
          <p:cNvPicPr preferRelativeResize="0"/>
          <p:nvPr/>
        </p:nvPicPr>
        <p:blipFill>
          <a:blip r:embed="rId3">
            <a:alphaModFix/>
          </a:blip>
          <a:stretch>
            <a:fillRect/>
          </a:stretch>
        </p:blipFill>
        <p:spPr>
          <a:xfrm>
            <a:off x="152400" y="718200"/>
            <a:ext cx="8839200" cy="2251050"/>
          </a:xfrm>
          <a:prstGeom prst="rect">
            <a:avLst/>
          </a:prstGeom>
          <a:noFill/>
          <a:ln>
            <a:noFill/>
          </a:ln>
        </p:spPr>
      </p:pic>
      <p:pic>
        <p:nvPicPr>
          <p:cNvPr id="226" name="Google Shape;226;p37"/>
          <p:cNvPicPr preferRelativeResize="0"/>
          <p:nvPr/>
        </p:nvPicPr>
        <p:blipFill>
          <a:blip r:embed="rId4">
            <a:alphaModFix/>
          </a:blip>
          <a:stretch>
            <a:fillRect/>
          </a:stretch>
        </p:blipFill>
        <p:spPr>
          <a:xfrm>
            <a:off x="152400" y="3121650"/>
            <a:ext cx="8839201" cy="1457652"/>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8"/>
          <p:cNvSpPr txBox="1"/>
          <p:nvPr/>
        </p:nvSpPr>
        <p:spPr>
          <a:xfrm>
            <a:off x="557775" y="2257500"/>
            <a:ext cx="5627100" cy="6285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4000"/>
              <a:buFont typeface="Arial"/>
              <a:buNone/>
            </a:pPr>
            <a:r>
              <a:rPr b="1" lang="en" sz="4000">
                <a:solidFill>
                  <a:srgbClr val="231F20"/>
                </a:solidFill>
                <a:latin typeface="Century Gothic"/>
                <a:ea typeface="Century Gothic"/>
                <a:cs typeface="Century Gothic"/>
                <a:sym typeface="Century Gothic"/>
              </a:rPr>
              <a:t>Exercise</a:t>
            </a:r>
            <a:endParaRPr b="1" i="0" sz="4000" u="none" cap="none" strike="noStrike">
              <a:solidFill>
                <a:srgbClr val="000000"/>
              </a:solidFill>
              <a:latin typeface="Century Gothic"/>
              <a:ea typeface="Century Gothic"/>
              <a:cs typeface="Century Gothic"/>
              <a:sym typeface="Century Gothic"/>
            </a:endParaRPr>
          </a:p>
        </p:txBody>
      </p:sp>
      <p:sp>
        <p:nvSpPr>
          <p:cNvPr id="232" name="Google Shape;232;p38"/>
          <p:cNvSpPr txBox="1"/>
          <p:nvPr/>
        </p:nvSpPr>
        <p:spPr>
          <a:xfrm>
            <a:off x="557775" y="2886000"/>
            <a:ext cx="79101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t>https://docs.google.com/document/d/1pqWPPGdME-LEfmAVdIbfXo2nPdYWgsWE2BR-A8VbCrc/edit?tab=t.0</a:t>
            </a:r>
            <a:endParaRPr sz="11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9"/>
          <p:cNvSpPr txBox="1"/>
          <p:nvPr/>
        </p:nvSpPr>
        <p:spPr>
          <a:xfrm>
            <a:off x="557775" y="2257500"/>
            <a:ext cx="5627100" cy="6285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4000"/>
              <a:buFont typeface="Arial"/>
              <a:buNone/>
            </a:pPr>
            <a:r>
              <a:rPr b="1" lang="en" sz="4000">
                <a:solidFill>
                  <a:srgbClr val="231F20"/>
                </a:solidFill>
                <a:latin typeface="Century Gothic"/>
                <a:ea typeface="Century Gothic"/>
                <a:cs typeface="Century Gothic"/>
                <a:sym typeface="Century Gothic"/>
              </a:rPr>
              <a:t>Feedback</a:t>
            </a:r>
            <a:endParaRPr b="1" i="0" sz="4000" u="none" cap="none" strike="noStrike">
              <a:solidFill>
                <a:srgbClr val="000000"/>
              </a:solidFill>
              <a:latin typeface="Century Gothic"/>
              <a:ea typeface="Century Gothic"/>
              <a:cs typeface="Century Gothic"/>
              <a:sym typeface="Century Gothic"/>
            </a:endParaRPr>
          </a:p>
        </p:txBody>
      </p:sp>
      <p:sp>
        <p:nvSpPr>
          <p:cNvPr id="238" name="Google Shape;238;p39"/>
          <p:cNvSpPr txBox="1"/>
          <p:nvPr/>
        </p:nvSpPr>
        <p:spPr>
          <a:xfrm>
            <a:off x="557775" y="2886000"/>
            <a:ext cx="79101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1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40"/>
          <p:cNvSpPr txBox="1"/>
          <p:nvPr/>
        </p:nvSpPr>
        <p:spPr>
          <a:xfrm>
            <a:off x="557775" y="2257500"/>
            <a:ext cx="3464700" cy="6285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4000"/>
              <a:buFont typeface="Arial"/>
              <a:buNone/>
            </a:pPr>
            <a:r>
              <a:rPr b="1" i="0" lang="en" sz="4000" u="none" cap="none" strike="noStrike">
                <a:solidFill>
                  <a:srgbClr val="231F20"/>
                </a:solidFill>
                <a:latin typeface="Century Gothic"/>
                <a:ea typeface="Century Gothic"/>
                <a:cs typeface="Century Gothic"/>
                <a:sym typeface="Century Gothic"/>
              </a:rPr>
              <a:t>Thank You</a:t>
            </a:r>
            <a:endParaRPr b="1" i="0" sz="4000" u="none" cap="none" strike="noStrike">
              <a:solidFill>
                <a:srgbClr val="000000"/>
              </a:solidFill>
              <a:latin typeface="Century Gothic"/>
              <a:ea typeface="Century Gothic"/>
              <a:cs typeface="Century Gothic"/>
              <a:sym typeface="Century Gothic"/>
            </a:endParaRPr>
          </a:p>
        </p:txBody>
      </p:sp>
    </p:spTree>
  </p:cSld>
  <p:clrMapOvr>
    <a:masterClrMapping/>
  </p:clrMapOvr>
</p:sld>
</file>

<file path=ppt/theme/theme1.xml><?xml version="1.0" encoding="utf-8"?>
<a:theme xmlns:a="http://schemas.openxmlformats.org/drawingml/2006/main" xmlns:r="http://schemas.openxmlformats.org/officeDocument/2006/relationships" name="Main Master">
  <a:themeElements>
    <a:clrScheme name="TTN - Final1">
      <a:dk1>
        <a:srgbClr val="000000"/>
      </a:dk1>
      <a:lt1>
        <a:srgbClr val="FFFFFF"/>
      </a:lt1>
      <a:dk2>
        <a:srgbClr val="595959"/>
      </a:dk2>
      <a:lt2>
        <a:srgbClr val="EEEEEE"/>
      </a:lt2>
      <a:accent1>
        <a:srgbClr val="D8187F"/>
      </a:accent1>
      <a:accent2>
        <a:srgbClr val="314162"/>
      </a:accent2>
      <a:accent3>
        <a:srgbClr val="5A3794"/>
      </a:accent3>
      <a:accent4>
        <a:srgbClr val="0097A7"/>
      </a:accent4>
      <a:accent5>
        <a:srgbClr val="FFAB40"/>
      </a:accent5>
      <a:accent6>
        <a:srgbClr val="12A5DF"/>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